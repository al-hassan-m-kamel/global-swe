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88" r:id="rId4"/>
    <p:sldId id="291" r:id="rId5"/>
    <p:sldId id="290" r:id="rId6"/>
    <p:sldId id="292" r:id="rId7"/>
    <p:sldId id="293" r:id="rId8"/>
    <p:sldId id="294" r:id="rId9"/>
    <p:sldId id="298" r:id="rId10"/>
    <p:sldId id="295" r:id="rId11"/>
    <p:sldId id="297" r:id="rId12"/>
    <p:sldId id="299" r:id="rId13"/>
    <p:sldId id="30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38C423-6F79-4306-850E-E94603AFA555}" type="doc">
      <dgm:prSet loTypeId="urn:microsoft.com/office/officeart/2005/8/layout/process1" loCatId="process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03AE260-129D-4D4B-A2EB-4A8D094C7FA2}">
      <dgm:prSet phldrT="[Text]" custT="1"/>
      <dgm:spPr/>
      <dgm:t>
        <a:bodyPr/>
        <a:lstStyle/>
        <a:p>
          <a:pPr>
            <a:buNone/>
          </a:pPr>
          <a:r>
            <a:rPr lang="en-US" sz="1600" b="1" i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r>
            <a:rPr lang="en-US" sz="1600" b="1" i="0" dirty="0" err="1">
              <a:latin typeface="Arial" panose="020B0604020202020204" pitchFamily="34" charset="0"/>
              <a:cs typeface="Arial" panose="020B0604020202020204" pitchFamily="34" charset="0"/>
            </a:rPr>
            <a:t>py</a:t>
          </a:r>
          <a:r>
            <a:rPr lang="en-US" sz="1600" b="1" i="0" dirty="0">
              <a:latin typeface="Arial" panose="020B0604020202020204" pitchFamily="34" charset="0"/>
              <a:cs typeface="Arial" panose="020B0604020202020204" pitchFamily="34" charset="0"/>
            </a:rPr>
            <a:t> / .html</a:t>
          </a:r>
          <a:endParaRPr lang="en-US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C87329-88FB-46C5-8D99-570DA45997BD}" type="parTrans" cxnId="{BF6A4DFE-7106-4923-8EAE-11AD97C8FC2C}">
      <dgm:prSet/>
      <dgm:spPr/>
      <dgm:t>
        <a:bodyPr/>
        <a:lstStyle/>
        <a:p>
          <a:endParaRPr lang="en-US" sz="18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7555C4-5D5F-4E53-8C5E-FBA2304F5025}" type="sibTrans" cxnId="{BF6A4DFE-7106-4923-8EAE-11AD97C8FC2C}">
      <dgm:prSet custT="1"/>
      <dgm:spPr/>
      <dgm:t>
        <a:bodyPr/>
        <a:lstStyle/>
        <a:p>
          <a:endParaRPr lang="en-US" sz="11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2C956D-147C-4239-A30F-794C97BCCABB}">
      <dgm:prSet phldrT="[Text]" custT="1"/>
      <dgm:spPr/>
      <dgm:t>
        <a:bodyPr/>
        <a:lstStyle/>
        <a:p>
          <a:pPr>
            <a:buNone/>
          </a:pPr>
          <a:r>
            <a:rPr lang="en-US" sz="1600" b="1" i="0" dirty="0">
              <a:latin typeface="Arial" panose="020B0604020202020204" pitchFamily="34" charset="0"/>
              <a:cs typeface="Arial" panose="020B0604020202020204" pitchFamily="34" charset="0"/>
            </a:rPr>
            <a:t>extract</a:t>
          </a:r>
          <a:endParaRPr lang="en-US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AEFE5E4-7893-43C8-86C5-EDB27EB9BF0E}" type="parTrans" cxnId="{1927EB01-272D-4BA2-939E-58DA3A8C5142}">
      <dgm:prSet/>
      <dgm:spPr/>
      <dgm:t>
        <a:bodyPr/>
        <a:lstStyle/>
        <a:p>
          <a:endParaRPr lang="en-US" sz="18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083D1E-EA68-43EA-AB1C-C3485480F1B8}" type="sibTrans" cxnId="{1927EB01-272D-4BA2-939E-58DA3A8C5142}">
      <dgm:prSet custT="1"/>
      <dgm:spPr/>
      <dgm:t>
        <a:bodyPr/>
        <a:lstStyle/>
        <a:p>
          <a:endParaRPr lang="en-US" sz="11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317369-14CB-44F8-9603-48AFE4C7CFB5}">
      <dgm:prSet phldrT="[Text]" custT="1"/>
      <dgm:spPr/>
      <dgm:t>
        <a:bodyPr/>
        <a:lstStyle/>
        <a:p>
          <a:pPr>
            <a:buNone/>
          </a:pPr>
          <a:r>
            <a:rPr lang="en-US" sz="1600" b="1" i="0" dirty="0">
              <a:latin typeface="Arial" panose="020B0604020202020204" pitchFamily="34" charset="0"/>
              <a:cs typeface="Arial" panose="020B0604020202020204" pitchFamily="34" charset="0"/>
            </a:rPr>
            <a:t>.pot</a:t>
          </a:r>
          <a:endParaRPr lang="en-US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B04E894-0EDC-4A9F-BE4E-F593897EB9FB}" type="parTrans" cxnId="{3F03E106-FB56-4312-A8E5-3A14FCB02952}">
      <dgm:prSet/>
      <dgm:spPr/>
      <dgm:t>
        <a:bodyPr/>
        <a:lstStyle/>
        <a:p>
          <a:endParaRPr lang="en-US" sz="18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C6AC8C-82B0-4946-AA3C-EA21CDF08DB9}" type="sibTrans" cxnId="{3F03E106-FB56-4312-A8E5-3A14FCB02952}">
      <dgm:prSet custT="1"/>
      <dgm:spPr/>
      <dgm:t>
        <a:bodyPr/>
        <a:lstStyle/>
        <a:p>
          <a:endParaRPr lang="en-US" sz="11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AFB75B-B064-4C18-AE0D-BD3225747DDE}">
      <dgm:prSet custT="1"/>
      <dgm:spPr/>
      <dgm:t>
        <a:bodyPr/>
        <a:lstStyle/>
        <a:p>
          <a:pPr>
            <a:buNone/>
          </a:pPr>
          <a:r>
            <a:rPr lang="en-US" sz="1600" b="1" i="0">
              <a:latin typeface="Arial" panose="020B0604020202020204" pitchFamily="34" charset="0"/>
              <a:cs typeface="Arial" panose="020B0604020202020204" pitchFamily="34" charset="0"/>
            </a:rPr>
            <a:t>init / update</a:t>
          </a:r>
          <a:br>
            <a:rPr lang="en-US" sz="1600" b="1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6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90C981-F931-4E21-943C-F6B9D0557B72}" type="parTrans" cxnId="{B955A4A0-52BC-4FBC-97A3-2EF9FD15BD3C}">
      <dgm:prSet/>
      <dgm:spPr/>
      <dgm:t>
        <a:bodyPr/>
        <a:lstStyle/>
        <a:p>
          <a:endParaRPr lang="en-US" sz="18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41854D-F704-46D6-8893-41CC31040BEB}" type="sibTrans" cxnId="{B955A4A0-52BC-4FBC-97A3-2EF9FD15BD3C}">
      <dgm:prSet custT="1"/>
      <dgm:spPr/>
      <dgm:t>
        <a:bodyPr/>
        <a:lstStyle/>
        <a:p>
          <a:endParaRPr lang="en-US" sz="11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40FF550-8905-4AD0-A6D2-9E964F6E4DD4}">
      <dgm:prSet custT="1"/>
      <dgm:spPr/>
      <dgm:t>
        <a:bodyPr/>
        <a:lstStyle/>
        <a:p>
          <a:pPr>
            <a:buNone/>
          </a:pPr>
          <a:r>
            <a:rPr lang="en-US" sz="1600" b="1" i="0">
              <a:latin typeface="Arial" panose="020B0604020202020204" pitchFamily="34" charset="0"/>
              <a:cs typeface="Arial" panose="020B0604020202020204" pitchFamily="34" charset="0"/>
            </a:rPr>
            <a:t>.po</a:t>
          </a:r>
          <a:endParaRPr lang="en-US" sz="16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DD42C4C-CD7C-4A0B-BF20-BF12BCFCF6D9}" type="parTrans" cxnId="{9E37B6AA-2841-4379-B1C8-CA3178C7D234}">
      <dgm:prSet/>
      <dgm:spPr/>
      <dgm:t>
        <a:bodyPr/>
        <a:lstStyle/>
        <a:p>
          <a:endParaRPr lang="en-US" sz="18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F3BF3AB-D9FD-4850-9A5B-B9E7EDD473D9}" type="sibTrans" cxnId="{9E37B6AA-2841-4379-B1C8-CA3178C7D234}">
      <dgm:prSet custT="1"/>
      <dgm:spPr/>
      <dgm:t>
        <a:bodyPr/>
        <a:lstStyle/>
        <a:p>
          <a:endParaRPr lang="en-US" sz="11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DA596C-2A33-4248-9855-4A3547E5CE96}">
      <dgm:prSet custT="1"/>
      <dgm:spPr/>
      <dgm:t>
        <a:bodyPr/>
        <a:lstStyle/>
        <a:p>
          <a:pPr>
            <a:buNone/>
          </a:pPr>
          <a:r>
            <a:rPr lang="en-US" sz="1600" b="1" i="0">
              <a:latin typeface="Arial" panose="020B0604020202020204" pitchFamily="34" charset="0"/>
              <a:cs typeface="Arial" panose="020B0604020202020204" pitchFamily="34" charset="0"/>
            </a:rPr>
            <a:t>translate</a:t>
          </a:r>
          <a:endParaRPr lang="en-US" sz="16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E31139-2366-4AF7-BDDF-8165E45D0B62}" type="parTrans" cxnId="{A395D95A-7361-43D2-B36B-3FBDE6B23DB2}">
      <dgm:prSet/>
      <dgm:spPr/>
      <dgm:t>
        <a:bodyPr/>
        <a:lstStyle/>
        <a:p>
          <a:endParaRPr lang="en-US" sz="18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45DE309-9882-46C6-9F07-6D4C586138C4}" type="sibTrans" cxnId="{A395D95A-7361-43D2-B36B-3FBDE6B23DB2}">
      <dgm:prSet custT="1"/>
      <dgm:spPr/>
      <dgm:t>
        <a:bodyPr/>
        <a:lstStyle/>
        <a:p>
          <a:endParaRPr lang="en-US" sz="11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3E3433-9613-42D7-A99B-420499A614D2}">
      <dgm:prSet custT="1"/>
      <dgm:spPr/>
      <dgm:t>
        <a:bodyPr/>
        <a:lstStyle/>
        <a:p>
          <a:pPr>
            <a:buNone/>
          </a:pPr>
          <a:r>
            <a:rPr lang="en-US" sz="1600" b="1" i="0">
              <a:latin typeface="Arial" panose="020B0604020202020204" pitchFamily="34" charset="0"/>
              <a:cs typeface="Arial" panose="020B0604020202020204" pitchFamily="34" charset="0"/>
            </a:rPr>
            <a:t>compile</a:t>
          </a:r>
          <a:endParaRPr lang="en-US" sz="16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45D7A2-89DD-4238-9D7B-25CE26619C04}" type="parTrans" cxnId="{F3812A27-F2DC-4C1A-BDF2-DDAE10B10385}">
      <dgm:prSet/>
      <dgm:spPr/>
      <dgm:t>
        <a:bodyPr/>
        <a:lstStyle/>
        <a:p>
          <a:endParaRPr lang="en-US" sz="18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04D0A5-C3AA-4A99-BFD9-E3FAD01631FB}" type="sibTrans" cxnId="{F3812A27-F2DC-4C1A-BDF2-DDAE10B10385}">
      <dgm:prSet custT="1"/>
      <dgm:spPr/>
      <dgm:t>
        <a:bodyPr/>
        <a:lstStyle/>
        <a:p>
          <a:endParaRPr lang="en-US" sz="11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F392D6-F6EA-420B-A8D9-EEB8AAF648F7}">
      <dgm:prSet custT="1"/>
      <dgm:spPr/>
      <dgm:t>
        <a:bodyPr/>
        <a:lstStyle/>
        <a:p>
          <a:pPr>
            <a:buNone/>
          </a:pPr>
          <a:r>
            <a:rPr lang="en-US" sz="1600" b="1" i="0">
              <a:latin typeface="Arial" panose="020B0604020202020204" pitchFamily="34" charset="0"/>
              <a:cs typeface="Arial" panose="020B0604020202020204" pitchFamily="34" charset="0"/>
            </a:rPr>
            <a:t>.mo</a:t>
          </a:r>
          <a:endParaRPr lang="en-US" sz="16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1D8C2D8-B4B9-4D3B-A0F9-AE577168BAC0}" type="parTrans" cxnId="{FB53BB2D-1BD5-47B7-88DB-CAA85F307200}">
      <dgm:prSet/>
      <dgm:spPr/>
      <dgm:t>
        <a:bodyPr/>
        <a:lstStyle/>
        <a:p>
          <a:endParaRPr lang="en-US" sz="18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7AB017-E55C-4E61-B87D-3DF7EC0D4274}" type="sibTrans" cxnId="{FB53BB2D-1BD5-47B7-88DB-CAA85F307200}">
      <dgm:prSet/>
      <dgm:spPr/>
      <dgm:t>
        <a:bodyPr/>
        <a:lstStyle/>
        <a:p>
          <a:endParaRPr lang="en-US" sz="18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E5CA80F-32A7-45DE-A43A-E6F7BAE18370}" type="pres">
      <dgm:prSet presAssocID="{E038C423-6F79-4306-850E-E94603AFA555}" presName="Name0" presStyleCnt="0">
        <dgm:presLayoutVars>
          <dgm:dir/>
          <dgm:resizeHandles val="exact"/>
        </dgm:presLayoutVars>
      </dgm:prSet>
      <dgm:spPr/>
    </dgm:pt>
    <dgm:pt modelId="{6EDA7057-45FE-495E-8EB4-4BA347EFE1D2}" type="pres">
      <dgm:prSet presAssocID="{503AE260-129D-4D4B-A2EB-4A8D094C7FA2}" presName="node" presStyleLbl="node1" presStyleIdx="0" presStyleCnt="8">
        <dgm:presLayoutVars>
          <dgm:bulletEnabled val="1"/>
        </dgm:presLayoutVars>
      </dgm:prSet>
      <dgm:spPr/>
    </dgm:pt>
    <dgm:pt modelId="{58FA113F-80EF-489B-9464-C057836E1363}" type="pres">
      <dgm:prSet presAssocID="{037555C4-5D5F-4E53-8C5E-FBA2304F5025}" presName="sibTrans" presStyleLbl="sibTrans2D1" presStyleIdx="0" presStyleCnt="7"/>
      <dgm:spPr/>
    </dgm:pt>
    <dgm:pt modelId="{1CE75BE4-47DC-4435-B237-41FA2917A596}" type="pres">
      <dgm:prSet presAssocID="{037555C4-5D5F-4E53-8C5E-FBA2304F5025}" presName="connectorText" presStyleLbl="sibTrans2D1" presStyleIdx="0" presStyleCnt="7"/>
      <dgm:spPr/>
    </dgm:pt>
    <dgm:pt modelId="{DA270A73-3B07-46FE-90E1-973A6D73FC16}" type="pres">
      <dgm:prSet presAssocID="{752C956D-147C-4239-A30F-794C97BCCABB}" presName="node" presStyleLbl="node1" presStyleIdx="1" presStyleCnt="8">
        <dgm:presLayoutVars>
          <dgm:bulletEnabled val="1"/>
        </dgm:presLayoutVars>
      </dgm:prSet>
      <dgm:spPr/>
    </dgm:pt>
    <dgm:pt modelId="{8017E336-1701-4559-B7C2-941C0FEEB591}" type="pres">
      <dgm:prSet presAssocID="{D6083D1E-EA68-43EA-AB1C-C3485480F1B8}" presName="sibTrans" presStyleLbl="sibTrans2D1" presStyleIdx="1" presStyleCnt="7"/>
      <dgm:spPr/>
    </dgm:pt>
    <dgm:pt modelId="{021B8931-9EE8-4A5F-801D-31A6801272C6}" type="pres">
      <dgm:prSet presAssocID="{D6083D1E-EA68-43EA-AB1C-C3485480F1B8}" presName="connectorText" presStyleLbl="sibTrans2D1" presStyleIdx="1" presStyleCnt="7"/>
      <dgm:spPr/>
    </dgm:pt>
    <dgm:pt modelId="{2663C97D-5407-4128-88DD-BC97635AFC19}" type="pres">
      <dgm:prSet presAssocID="{0F317369-14CB-44F8-9603-48AFE4C7CFB5}" presName="node" presStyleLbl="node1" presStyleIdx="2" presStyleCnt="8">
        <dgm:presLayoutVars>
          <dgm:bulletEnabled val="1"/>
        </dgm:presLayoutVars>
      </dgm:prSet>
      <dgm:spPr/>
    </dgm:pt>
    <dgm:pt modelId="{B17A16FD-A4EB-4EA9-B309-EF99FA0E17D5}" type="pres">
      <dgm:prSet presAssocID="{04C6AC8C-82B0-4946-AA3C-EA21CDF08DB9}" presName="sibTrans" presStyleLbl="sibTrans2D1" presStyleIdx="2" presStyleCnt="7"/>
      <dgm:spPr/>
    </dgm:pt>
    <dgm:pt modelId="{163296EE-44A7-421F-A7E7-327830C90479}" type="pres">
      <dgm:prSet presAssocID="{04C6AC8C-82B0-4946-AA3C-EA21CDF08DB9}" presName="connectorText" presStyleLbl="sibTrans2D1" presStyleIdx="2" presStyleCnt="7"/>
      <dgm:spPr/>
    </dgm:pt>
    <dgm:pt modelId="{1E9831E9-50F3-46EB-B109-E611D44876FA}" type="pres">
      <dgm:prSet presAssocID="{22AFB75B-B064-4C18-AE0D-BD3225747DDE}" presName="node" presStyleLbl="node1" presStyleIdx="3" presStyleCnt="8">
        <dgm:presLayoutVars>
          <dgm:bulletEnabled val="1"/>
        </dgm:presLayoutVars>
      </dgm:prSet>
      <dgm:spPr/>
    </dgm:pt>
    <dgm:pt modelId="{52AB2FED-5168-4473-B216-926228B3C366}" type="pres">
      <dgm:prSet presAssocID="{1741854D-F704-46D6-8893-41CC31040BEB}" presName="sibTrans" presStyleLbl="sibTrans2D1" presStyleIdx="3" presStyleCnt="7"/>
      <dgm:spPr/>
    </dgm:pt>
    <dgm:pt modelId="{13F22469-B85B-4ECD-B138-A8A508CED6D2}" type="pres">
      <dgm:prSet presAssocID="{1741854D-F704-46D6-8893-41CC31040BEB}" presName="connectorText" presStyleLbl="sibTrans2D1" presStyleIdx="3" presStyleCnt="7"/>
      <dgm:spPr/>
    </dgm:pt>
    <dgm:pt modelId="{9E9D8586-6B0E-448D-B13A-056EDA35FC19}" type="pres">
      <dgm:prSet presAssocID="{940FF550-8905-4AD0-A6D2-9E964F6E4DD4}" presName="node" presStyleLbl="node1" presStyleIdx="4" presStyleCnt="8">
        <dgm:presLayoutVars>
          <dgm:bulletEnabled val="1"/>
        </dgm:presLayoutVars>
      </dgm:prSet>
      <dgm:spPr/>
    </dgm:pt>
    <dgm:pt modelId="{56814000-DC1F-4FF8-8716-28F6D8669BF9}" type="pres">
      <dgm:prSet presAssocID="{BF3BF3AB-D9FD-4850-9A5B-B9E7EDD473D9}" presName="sibTrans" presStyleLbl="sibTrans2D1" presStyleIdx="4" presStyleCnt="7"/>
      <dgm:spPr/>
    </dgm:pt>
    <dgm:pt modelId="{65470E6B-2923-4BA6-85F9-EAAE6CDA8233}" type="pres">
      <dgm:prSet presAssocID="{BF3BF3AB-D9FD-4850-9A5B-B9E7EDD473D9}" presName="connectorText" presStyleLbl="sibTrans2D1" presStyleIdx="4" presStyleCnt="7"/>
      <dgm:spPr/>
    </dgm:pt>
    <dgm:pt modelId="{A1E68EFA-C5E2-4866-96BA-0E7B42EA7909}" type="pres">
      <dgm:prSet presAssocID="{4CDA596C-2A33-4248-9855-4A3547E5CE96}" presName="node" presStyleLbl="node1" presStyleIdx="5" presStyleCnt="8">
        <dgm:presLayoutVars>
          <dgm:bulletEnabled val="1"/>
        </dgm:presLayoutVars>
      </dgm:prSet>
      <dgm:spPr/>
    </dgm:pt>
    <dgm:pt modelId="{DBDDB6A1-774B-4FCF-B1B5-956A63B744B5}" type="pres">
      <dgm:prSet presAssocID="{945DE309-9882-46C6-9F07-6D4C586138C4}" presName="sibTrans" presStyleLbl="sibTrans2D1" presStyleIdx="5" presStyleCnt="7"/>
      <dgm:spPr/>
    </dgm:pt>
    <dgm:pt modelId="{A8A20A11-5D89-4DC4-BF32-CE977E1D5152}" type="pres">
      <dgm:prSet presAssocID="{945DE309-9882-46C6-9F07-6D4C586138C4}" presName="connectorText" presStyleLbl="sibTrans2D1" presStyleIdx="5" presStyleCnt="7"/>
      <dgm:spPr/>
    </dgm:pt>
    <dgm:pt modelId="{930A4C70-3B5F-40FB-890A-A2A5CF1BE6A3}" type="pres">
      <dgm:prSet presAssocID="{D13E3433-9613-42D7-A99B-420499A614D2}" presName="node" presStyleLbl="node1" presStyleIdx="6" presStyleCnt="8">
        <dgm:presLayoutVars>
          <dgm:bulletEnabled val="1"/>
        </dgm:presLayoutVars>
      </dgm:prSet>
      <dgm:spPr/>
    </dgm:pt>
    <dgm:pt modelId="{444BE756-CBEA-47F4-9085-D604ABA7E445}" type="pres">
      <dgm:prSet presAssocID="{2704D0A5-C3AA-4A99-BFD9-E3FAD01631FB}" presName="sibTrans" presStyleLbl="sibTrans2D1" presStyleIdx="6" presStyleCnt="7"/>
      <dgm:spPr/>
    </dgm:pt>
    <dgm:pt modelId="{E9C1443A-89F6-4989-AF88-D298C2F482B1}" type="pres">
      <dgm:prSet presAssocID="{2704D0A5-C3AA-4A99-BFD9-E3FAD01631FB}" presName="connectorText" presStyleLbl="sibTrans2D1" presStyleIdx="6" presStyleCnt="7"/>
      <dgm:spPr/>
    </dgm:pt>
    <dgm:pt modelId="{2E33CC64-12C4-4C01-AEB4-629651F551DC}" type="pres">
      <dgm:prSet presAssocID="{EFF392D6-F6EA-420B-A8D9-EEB8AAF648F7}" presName="node" presStyleLbl="node1" presStyleIdx="7" presStyleCnt="8">
        <dgm:presLayoutVars>
          <dgm:bulletEnabled val="1"/>
        </dgm:presLayoutVars>
      </dgm:prSet>
      <dgm:spPr/>
    </dgm:pt>
  </dgm:ptLst>
  <dgm:cxnLst>
    <dgm:cxn modelId="{1927EB01-272D-4BA2-939E-58DA3A8C5142}" srcId="{E038C423-6F79-4306-850E-E94603AFA555}" destId="{752C956D-147C-4239-A30F-794C97BCCABB}" srcOrd="1" destOrd="0" parTransId="{BAEFE5E4-7893-43C8-86C5-EDB27EB9BF0E}" sibTransId="{D6083D1E-EA68-43EA-AB1C-C3485480F1B8}"/>
    <dgm:cxn modelId="{3F03E106-FB56-4312-A8E5-3A14FCB02952}" srcId="{E038C423-6F79-4306-850E-E94603AFA555}" destId="{0F317369-14CB-44F8-9603-48AFE4C7CFB5}" srcOrd="2" destOrd="0" parTransId="{9B04E894-0EDC-4A9F-BE4E-F593897EB9FB}" sibTransId="{04C6AC8C-82B0-4946-AA3C-EA21CDF08DB9}"/>
    <dgm:cxn modelId="{41B00B0A-DF3F-4319-9E26-2E6281F5206E}" type="presOf" srcId="{04C6AC8C-82B0-4946-AA3C-EA21CDF08DB9}" destId="{163296EE-44A7-421F-A7E7-327830C90479}" srcOrd="1" destOrd="0" presId="urn:microsoft.com/office/officeart/2005/8/layout/process1"/>
    <dgm:cxn modelId="{16A92F0F-0ED4-45D0-9BF5-2155D70E866C}" type="presOf" srcId="{940FF550-8905-4AD0-A6D2-9E964F6E4DD4}" destId="{9E9D8586-6B0E-448D-B13A-056EDA35FC19}" srcOrd="0" destOrd="0" presId="urn:microsoft.com/office/officeart/2005/8/layout/process1"/>
    <dgm:cxn modelId="{B3FDDE20-D156-480A-BA4C-0527254BC41F}" type="presOf" srcId="{D6083D1E-EA68-43EA-AB1C-C3485480F1B8}" destId="{8017E336-1701-4559-B7C2-941C0FEEB591}" srcOrd="0" destOrd="0" presId="urn:microsoft.com/office/officeart/2005/8/layout/process1"/>
    <dgm:cxn modelId="{F3812A27-F2DC-4C1A-BDF2-DDAE10B10385}" srcId="{E038C423-6F79-4306-850E-E94603AFA555}" destId="{D13E3433-9613-42D7-A99B-420499A614D2}" srcOrd="6" destOrd="0" parTransId="{FF45D7A2-89DD-4238-9D7B-25CE26619C04}" sibTransId="{2704D0A5-C3AA-4A99-BFD9-E3FAD01631FB}"/>
    <dgm:cxn modelId="{FB53BB2D-1BD5-47B7-88DB-CAA85F307200}" srcId="{E038C423-6F79-4306-850E-E94603AFA555}" destId="{EFF392D6-F6EA-420B-A8D9-EEB8AAF648F7}" srcOrd="7" destOrd="0" parTransId="{51D8C2D8-B4B9-4D3B-A0F9-AE577168BAC0}" sibTransId="{4C7AB017-E55C-4E61-B87D-3DF7EC0D4274}"/>
    <dgm:cxn modelId="{318E3331-D032-465B-9C73-DF8F1C03BB4E}" type="presOf" srcId="{0F317369-14CB-44F8-9603-48AFE4C7CFB5}" destId="{2663C97D-5407-4128-88DD-BC97635AFC19}" srcOrd="0" destOrd="0" presId="urn:microsoft.com/office/officeart/2005/8/layout/process1"/>
    <dgm:cxn modelId="{2950DF33-DF8A-4E59-A09C-87EF8EE065D0}" type="presOf" srcId="{037555C4-5D5F-4E53-8C5E-FBA2304F5025}" destId="{58FA113F-80EF-489B-9464-C057836E1363}" srcOrd="0" destOrd="0" presId="urn:microsoft.com/office/officeart/2005/8/layout/process1"/>
    <dgm:cxn modelId="{92BA733E-3559-437F-B2D4-5D3F4CA52125}" type="presOf" srcId="{945DE309-9882-46C6-9F07-6D4C586138C4}" destId="{A8A20A11-5D89-4DC4-BF32-CE977E1D5152}" srcOrd="1" destOrd="0" presId="urn:microsoft.com/office/officeart/2005/8/layout/process1"/>
    <dgm:cxn modelId="{11FDD441-25EE-4443-B137-6B302F4D6E9F}" type="presOf" srcId="{945DE309-9882-46C6-9F07-6D4C586138C4}" destId="{DBDDB6A1-774B-4FCF-B1B5-956A63B744B5}" srcOrd="0" destOrd="0" presId="urn:microsoft.com/office/officeart/2005/8/layout/process1"/>
    <dgm:cxn modelId="{86F2C242-C4A1-42D1-A7A9-1E97D2E0CEBD}" type="presOf" srcId="{503AE260-129D-4D4B-A2EB-4A8D094C7FA2}" destId="{6EDA7057-45FE-495E-8EB4-4BA347EFE1D2}" srcOrd="0" destOrd="0" presId="urn:microsoft.com/office/officeart/2005/8/layout/process1"/>
    <dgm:cxn modelId="{1C615379-B0C6-4863-B1A2-FE950F997743}" type="presOf" srcId="{E038C423-6F79-4306-850E-E94603AFA555}" destId="{6E5CA80F-32A7-45DE-A43A-E6F7BAE18370}" srcOrd="0" destOrd="0" presId="urn:microsoft.com/office/officeart/2005/8/layout/process1"/>
    <dgm:cxn modelId="{A395D95A-7361-43D2-B36B-3FBDE6B23DB2}" srcId="{E038C423-6F79-4306-850E-E94603AFA555}" destId="{4CDA596C-2A33-4248-9855-4A3547E5CE96}" srcOrd="5" destOrd="0" parTransId="{89E31139-2366-4AF7-BDDF-8165E45D0B62}" sibTransId="{945DE309-9882-46C6-9F07-6D4C586138C4}"/>
    <dgm:cxn modelId="{A310707F-920D-4238-9BED-F3352F5981BF}" type="presOf" srcId="{2704D0A5-C3AA-4A99-BFD9-E3FAD01631FB}" destId="{E9C1443A-89F6-4989-AF88-D298C2F482B1}" srcOrd="1" destOrd="0" presId="urn:microsoft.com/office/officeart/2005/8/layout/process1"/>
    <dgm:cxn modelId="{13BD0E81-9676-49A3-A708-2FB7EAD8D71A}" type="presOf" srcId="{2704D0A5-C3AA-4A99-BFD9-E3FAD01631FB}" destId="{444BE756-CBEA-47F4-9085-D604ABA7E445}" srcOrd="0" destOrd="0" presId="urn:microsoft.com/office/officeart/2005/8/layout/process1"/>
    <dgm:cxn modelId="{5F0E3793-3A5E-473C-93A2-6FB97ADE1F7D}" type="presOf" srcId="{1741854D-F704-46D6-8893-41CC31040BEB}" destId="{52AB2FED-5168-4473-B216-926228B3C366}" srcOrd="0" destOrd="0" presId="urn:microsoft.com/office/officeart/2005/8/layout/process1"/>
    <dgm:cxn modelId="{B955A4A0-52BC-4FBC-97A3-2EF9FD15BD3C}" srcId="{E038C423-6F79-4306-850E-E94603AFA555}" destId="{22AFB75B-B064-4C18-AE0D-BD3225747DDE}" srcOrd="3" destOrd="0" parTransId="{C190C981-F931-4E21-943C-F6B9D0557B72}" sibTransId="{1741854D-F704-46D6-8893-41CC31040BEB}"/>
    <dgm:cxn modelId="{64BAA0A4-ED4E-485B-88D3-9EE89A0E8590}" type="presOf" srcId="{BF3BF3AB-D9FD-4850-9A5B-B9E7EDD473D9}" destId="{56814000-DC1F-4FF8-8716-28F6D8669BF9}" srcOrd="0" destOrd="0" presId="urn:microsoft.com/office/officeart/2005/8/layout/process1"/>
    <dgm:cxn modelId="{9E37B6AA-2841-4379-B1C8-CA3178C7D234}" srcId="{E038C423-6F79-4306-850E-E94603AFA555}" destId="{940FF550-8905-4AD0-A6D2-9E964F6E4DD4}" srcOrd="4" destOrd="0" parTransId="{0DD42C4C-CD7C-4A0B-BF20-BF12BCFCF6D9}" sibTransId="{BF3BF3AB-D9FD-4850-9A5B-B9E7EDD473D9}"/>
    <dgm:cxn modelId="{845A36C1-687A-4916-9482-25BCCBA62817}" type="presOf" srcId="{1741854D-F704-46D6-8893-41CC31040BEB}" destId="{13F22469-B85B-4ECD-B138-A8A508CED6D2}" srcOrd="1" destOrd="0" presId="urn:microsoft.com/office/officeart/2005/8/layout/process1"/>
    <dgm:cxn modelId="{D7C65BC5-5B48-4EEA-87AC-01D850232427}" type="presOf" srcId="{037555C4-5D5F-4E53-8C5E-FBA2304F5025}" destId="{1CE75BE4-47DC-4435-B237-41FA2917A596}" srcOrd="1" destOrd="0" presId="urn:microsoft.com/office/officeart/2005/8/layout/process1"/>
    <dgm:cxn modelId="{B53EADD1-C3AD-469D-872A-9DE9974D837E}" type="presOf" srcId="{752C956D-147C-4239-A30F-794C97BCCABB}" destId="{DA270A73-3B07-46FE-90E1-973A6D73FC16}" srcOrd="0" destOrd="0" presId="urn:microsoft.com/office/officeart/2005/8/layout/process1"/>
    <dgm:cxn modelId="{FB662DDD-A031-4D17-9913-DE9F6938A08C}" type="presOf" srcId="{22AFB75B-B064-4C18-AE0D-BD3225747DDE}" destId="{1E9831E9-50F3-46EB-B109-E611D44876FA}" srcOrd="0" destOrd="0" presId="urn:microsoft.com/office/officeart/2005/8/layout/process1"/>
    <dgm:cxn modelId="{7315ACE1-E9AA-407B-93D1-8B4CF5003946}" type="presOf" srcId="{D6083D1E-EA68-43EA-AB1C-C3485480F1B8}" destId="{021B8931-9EE8-4A5F-801D-31A6801272C6}" srcOrd="1" destOrd="0" presId="urn:microsoft.com/office/officeart/2005/8/layout/process1"/>
    <dgm:cxn modelId="{50655EEE-FCCF-4371-8A40-D4D070F5F8C6}" type="presOf" srcId="{BF3BF3AB-D9FD-4850-9A5B-B9E7EDD473D9}" destId="{65470E6B-2923-4BA6-85F9-EAAE6CDA8233}" srcOrd="1" destOrd="0" presId="urn:microsoft.com/office/officeart/2005/8/layout/process1"/>
    <dgm:cxn modelId="{7ABD20EF-80D5-4D3D-8F80-97FC1BE9ECDA}" type="presOf" srcId="{EFF392D6-F6EA-420B-A8D9-EEB8AAF648F7}" destId="{2E33CC64-12C4-4C01-AEB4-629651F551DC}" srcOrd="0" destOrd="0" presId="urn:microsoft.com/office/officeart/2005/8/layout/process1"/>
    <dgm:cxn modelId="{C0872FF1-B966-443D-9CB3-09D624CACE1B}" type="presOf" srcId="{4CDA596C-2A33-4248-9855-4A3547E5CE96}" destId="{A1E68EFA-C5E2-4866-96BA-0E7B42EA7909}" srcOrd="0" destOrd="0" presId="urn:microsoft.com/office/officeart/2005/8/layout/process1"/>
    <dgm:cxn modelId="{A42BE3FC-E25C-4E1A-B731-8DEB58E82F57}" type="presOf" srcId="{D13E3433-9613-42D7-A99B-420499A614D2}" destId="{930A4C70-3B5F-40FB-890A-A2A5CF1BE6A3}" srcOrd="0" destOrd="0" presId="urn:microsoft.com/office/officeart/2005/8/layout/process1"/>
    <dgm:cxn modelId="{D2D8A2FD-0C08-473C-8C30-36F5DEE680F5}" type="presOf" srcId="{04C6AC8C-82B0-4946-AA3C-EA21CDF08DB9}" destId="{B17A16FD-A4EB-4EA9-B309-EF99FA0E17D5}" srcOrd="0" destOrd="0" presId="urn:microsoft.com/office/officeart/2005/8/layout/process1"/>
    <dgm:cxn modelId="{BF6A4DFE-7106-4923-8EAE-11AD97C8FC2C}" srcId="{E038C423-6F79-4306-850E-E94603AFA555}" destId="{503AE260-129D-4D4B-A2EB-4A8D094C7FA2}" srcOrd="0" destOrd="0" parTransId="{88C87329-88FB-46C5-8D99-570DA45997BD}" sibTransId="{037555C4-5D5F-4E53-8C5E-FBA2304F5025}"/>
    <dgm:cxn modelId="{7981C4C1-B5C3-4F06-8515-6C731E3FF501}" type="presParOf" srcId="{6E5CA80F-32A7-45DE-A43A-E6F7BAE18370}" destId="{6EDA7057-45FE-495E-8EB4-4BA347EFE1D2}" srcOrd="0" destOrd="0" presId="urn:microsoft.com/office/officeart/2005/8/layout/process1"/>
    <dgm:cxn modelId="{CCD508BF-2D6E-4490-84CC-495C65BD9439}" type="presParOf" srcId="{6E5CA80F-32A7-45DE-A43A-E6F7BAE18370}" destId="{58FA113F-80EF-489B-9464-C057836E1363}" srcOrd="1" destOrd="0" presId="urn:microsoft.com/office/officeart/2005/8/layout/process1"/>
    <dgm:cxn modelId="{6E463EC4-8D0A-434B-8806-D370684AA5D7}" type="presParOf" srcId="{58FA113F-80EF-489B-9464-C057836E1363}" destId="{1CE75BE4-47DC-4435-B237-41FA2917A596}" srcOrd="0" destOrd="0" presId="urn:microsoft.com/office/officeart/2005/8/layout/process1"/>
    <dgm:cxn modelId="{8864F22D-4C84-4E2B-960B-DCE780F84816}" type="presParOf" srcId="{6E5CA80F-32A7-45DE-A43A-E6F7BAE18370}" destId="{DA270A73-3B07-46FE-90E1-973A6D73FC16}" srcOrd="2" destOrd="0" presId="urn:microsoft.com/office/officeart/2005/8/layout/process1"/>
    <dgm:cxn modelId="{993C9C22-C000-4FBE-B39B-84252DB8A366}" type="presParOf" srcId="{6E5CA80F-32A7-45DE-A43A-E6F7BAE18370}" destId="{8017E336-1701-4559-B7C2-941C0FEEB591}" srcOrd="3" destOrd="0" presId="urn:microsoft.com/office/officeart/2005/8/layout/process1"/>
    <dgm:cxn modelId="{297262AB-BD5E-4A37-B46E-3DCAFE55CAE1}" type="presParOf" srcId="{8017E336-1701-4559-B7C2-941C0FEEB591}" destId="{021B8931-9EE8-4A5F-801D-31A6801272C6}" srcOrd="0" destOrd="0" presId="urn:microsoft.com/office/officeart/2005/8/layout/process1"/>
    <dgm:cxn modelId="{1A012C4E-BBC8-46F8-A1F3-2431DF28ACB6}" type="presParOf" srcId="{6E5CA80F-32A7-45DE-A43A-E6F7BAE18370}" destId="{2663C97D-5407-4128-88DD-BC97635AFC19}" srcOrd="4" destOrd="0" presId="urn:microsoft.com/office/officeart/2005/8/layout/process1"/>
    <dgm:cxn modelId="{C0F3E488-5EDD-4FDA-BC71-9B10A9EFC9E4}" type="presParOf" srcId="{6E5CA80F-32A7-45DE-A43A-E6F7BAE18370}" destId="{B17A16FD-A4EB-4EA9-B309-EF99FA0E17D5}" srcOrd="5" destOrd="0" presId="urn:microsoft.com/office/officeart/2005/8/layout/process1"/>
    <dgm:cxn modelId="{01562977-E129-43B5-9975-6C09B0074B01}" type="presParOf" srcId="{B17A16FD-A4EB-4EA9-B309-EF99FA0E17D5}" destId="{163296EE-44A7-421F-A7E7-327830C90479}" srcOrd="0" destOrd="0" presId="urn:microsoft.com/office/officeart/2005/8/layout/process1"/>
    <dgm:cxn modelId="{79BA88A0-40B0-4037-BDA7-6C241CA8B2B2}" type="presParOf" srcId="{6E5CA80F-32A7-45DE-A43A-E6F7BAE18370}" destId="{1E9831E9-50F3-46EB-B109-E611D44876FA}" srcOrd="6" destOrd="0" presId="urn:microsoft.com/office/officeart/2005/8/layout/process1"/>
    <dgm:cxn modelId="{98C123FA-32DA-4F92-A19B-44B6E91B1860}" type="presParOf" srcId="{6E5CA80F-32A7-45DE-A43A-E6F7BAE18370}" destId="{52AB2FED-5168-4473-B216-926228B3C366}" srcOrd="7" destOrd="0" presId="urn:microsoft.com/office/officeart/2005/8/layout/process1"/>
    <dgm:cxn modelId="{D9F1F0A0-6512-4219-9F87-E9A702DA134E}" type="presParOf" srcId="{52AB2FED-5168-4473-B216-926228B3C366}" destId="{13F22469-B85B-4ECD-B138-A8A508CED6D2}" srcOrd="0" destOrd="0" presId="urn:microsoft.com/office/officeart/2005/8/layout/process1"/>
    <dgm:cxn modelId="{303D2755-2641-4540-84AB-722AFAE9C022}" type="presParOf" srcId="{6E5CA80F-32A7-45DE-A43A-E6F7BAE18370}" destId="{9E9D8586-6B0E-448D-B13A-056EDA35FC19}" srcOrd="8" destOrd="0" presId="urn:microsoft.com/office/officeart/2005/8/layout/process1"/>
    <dgm:cxn modelId="{96E683DB-6E00-4FE9-B25A-2BBFB41B4150}" type="presParOf" srcId="{6E5CA80F-32A7-45DE-A43A-E6F7BAE18370}" destId="{56814000-DC1F-4FF8-8716-28F6D8669BF9}" srcOrd="9" destOrd="0" presId="urn:microsoft.com/office/officeart/2005/8/layout/process1"/>
    <dgm:cxn modelId="{089FAE75-BBE1-44EF-BE5A-F81EADFACDAC}" type="presParOf" srcId="{56814000-DC1F-4FF8-8716-28F6D8669BF9}" destId="{65470E6B-2923-4BA6-85F9-EAAE6CDA8233}" srcOrd="0" destOrd="0" presId="urn:microsoft.com/office/officeart/2005/8/layout/process1"/>
    <dgm:cxn modelId="{2ECAD54C-DEEA-47A5-B5D4-B4AA8224C920}" type="presParOf" srcId="{6E5CA80F-32A7-45DE-A43A-E6F7BAE18370}" destId="{A1E68EFA-C5E2-4866-96BA-0E7B42EA7909}" srcOrd="10" destOrd="0" presId="urn:microsoft.com/office/officeart/2005/8/layout/process1"/>
    <dgm:cxn modelId="{B114DE98-6C67-48FB-AF90-41DB9D38F653}" type="presParOf" srcId="{6E5CA80F-32A7-45DE-A43A-E6F7BAE18370}" destId="{DBDDB6A1-774B-4FCF-B1B5-956A63B744B5}" srcOrd="11" destOrd="0" presId="urn:microsoft.com/office/officeart/2005/8/layout/process1"/>
    <dgm:cxn modelId="{05AB3C63-6322-437C-B386-33C26E0FA755}" type="presParOf" srcId="{DBDDB6A1-774B-4FCF-B1B5-956A63B744B5}" destId="{A8A20A11-5D89-4DC4-BF32-CE977E1D5152}" srcOrd="0" destOrd="0" presId="urn:microsoft.com/office/officeart/2005/8/layout/process1"/>
    <dgm:cxn modelId="{E475C0B6-9E43-407C-9AEE-47821218082B}" type="presParOf" srcId="{6E5CA80F-32A7-45DE-A43A-E6F7BAE18370}" destId="{930A4C70-3B5F-40FB-890A-A2A5CF1BE6A3}" srcOrd="12" destOrd="0" presId="urn:microsoft.com/office/officeart/2005/8/layout/process1"/>
    <dgm:cxn modelId="{F1B909B4-75C1-4E70-8A74-0F4B959F06F3}" type="presParOf" srcId="{6E5CA80F-32A7-45DE-A43A-E6F7BAE18370}" destId="{444BE756-CBEA-47F4-9085-D604ABA7E445}" srcOrd="13" destOrd="0" presId="urn:microsoft.com/office/officeart/2005/8/layout/process1"/>
    <dgm:cxn modelId="{19B0C59A-F60C-41DA-ADF3-1FF5786927F1}" type="presParOf" srcId="{444BE756-CBEA-47F4-9085-D604ABA7E445}" destId="{E9C1443A-89F6-4989-AF88-D298C2F482B1}" srcOrd="0" destOrd="0" presId="urn:microsoft.com/office/officeart/2005/8/layout/process1"/>
    <dgm:cxn modelId="{40D1053C-A88B-4F77-9F0A-A0ECB6A64069}" type="presParOf" srcId="{6E5CA80F-32A7-45DE-A43A-E6F7BAE18370}" destId="{2E33CC64-12C4-4C01-AEB4-629651F551DC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A7057-45FE-495E-8EB4-4BA347EFE1D2}">
      <dsp:nvSpPr>
        <dsp:cNvPr id="0" name=""/>
        <dsp:cNvSpPr/>
      </dsp:nvSpPr>
      <dsp:spPr>
        <a:xfrm>
          <a:off x="3878" y="214596"/>
          <a:ext cx="1050035" cy="807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r>
            <a:rPr lang="en-US" sz="1600" b="1" i="0" kern="1200" dirty="0" err="1">
              <a:latin typeface="Arial" panose="020B0604020202020204" pitchFamily="34" charset="0"/>
              <a:cs typeface="Arial" panose="020B0604020202020204" pitchFamily="34" charset="0"/>
            </a:rPr>
            <a:t>py</a:t>
          </a:r>
          <a:r>
            <a:rPr lang="en-US" sz="1600" b="1" i="0" kern="1200" dirty="0">
              <a:latin typeface="Arial" panose="020B0604020202020204" pitchFamily="34" charset="0"/>
              <a:cs typeface="Arial" panose="020B0604020202020204" pitchFamily="34" charset="0"/>
            </a:rPr>
            <a:t> / .html</a:t>
          </a:r>
          <a:endParaRPr lang="en-US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7520" y="238238"/>
        <a:ext cx="1002751" cy="759930"/>
      </dsp:txXfrm>
    </dsp:sp>
    <dsp:sp modelId="{58FA113F-80EF-489B-9464-C057836E1363}">
      <dsp:nvSpPr>
        <dsp:cNvPr id="0" name=""/>
        <dsp:cNvSpPr/>
      </dsp:nvSpPr>
      <dsp:spPr>
        <a:xfrm>
          <a:off x="1158917" y="487999"/>
          <a:ext cx="222607" cy="2604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58917" y="540081"/>
        <a:ext cx="155825" cy="156244"/>
      </dsp:txXfrm>
    </dsp:sp>
    <dsp:sp modelId="{DA270A73-3B07-46FE-90E1-973A6D73FC16}">
      <dsp:nvSpPr>
        <dsp:cNvPr id="0" name=""/>
        <dsp:cNvSpPr/>
      </dsp:nvSpPr>
      <dsp:spPr>
        <a:xfrm>
          <a:off x="1473927" y="214596"/>
          <a:ext cx="1050035" cy="807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latin typeface="Arial" panose="020B0604020202020204" pitchFamily="34" charset="0"/>
              <a:cs typeface="Arial" panose="020B0604020202020204" pitchFamily="34" charset="0"/>
            </a:rPr>
            <a:t>extract</a:t>
          </a:r>
          <a:endParaRPr lang="en-US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97569" y="238238"/>
        <a:ext cx="1002751" cy="759930"/>
      </dsp:txXfrm>
    </dsp:sp>
    <dsp:sp modelId="{8017E336-1701-4559-B7C2-941C0FEEB591}">
      <dsp:nvSpPr>
        <dsp:cNvPr id="0" name=""/>
        <dsp:cNvSpPr/>
      </dsp:nvSpPr>
      <dsp:spPr>
        <a:xfrm>
          <a:off x="2628966" y="487999"/>
          <a:ext cx="222607" cy="2604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28966" y="540081"/>
        <a:ext cx="155825" cy="156244"/>
      </dsp:txXfrm>
    </dsp:sp>
    <dsp:sp modelId="{2663C97D-5407-4128-88DD-BC97635AFC19}">
      <dsp:nvSpPr>
        <dsp:cNvPr id="0" name=""/>
        <dsp:cNvSpPr/>
      </dsp:nvSpPr>
      <dsp:spPr>
        <a:xfrm>
          <a:off x="2943976" y="214596"/>
          <a:ext cx="1050035" cy="807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latin typeface="Arial" panose="020B0604020202020204" pitchFamily="34" charset="0"/>
              <a:cs typeface="Arial" panose="020B0604020202020204" pitchFamily="34" charset="0"/>
            </a:rPr>
            <a:t>.pot</a:t>
          </a:r>
          <a:endParaRPr lang="en-US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67618" y="238238"/>
        <a:ext cx="1002751" cy="759930"/>
      </dsp:txXfrm>
    </dsp:sp>
    <dsp:sp modelId="{B17A16FD-A4EB-4EA9-B309-EF99FA0E17D5}">
      <dsp:nvSpPr>
        <dsp:cNvPr id="0" name=""/>
        <dsp:cNvSpPr/>
      </dsp:nvSpPr>
      <dsp:spPr>
        <a:xfrm>
          <a:off x="4099015" y="487999"/>
          <a:ext cx="222607" cy="2604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99015" y="540081"/>
        <a:ext cx="155825" cy="156244"/>
      </dsp:txXfrm>
    </dsp:sp>
    <dsp:sp modelId="{1E9831E9-50F3-46EB-B109-E611D44876FA}">
      <dsp:nvSpPr>
        <dsp:cNvPr id="0" name=""/>
        <dsp:cNvSpPr/>
      </dsp:nvSpPr>
      <dsp:spPr>
        <a:xfrm>
          <a:off x="4414025" y="214596"/>
          <a:ext cx="1050035" cy="807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Arial" panose="020B0604020202020204" pitchFamily="34" charset="0"/>
              <a:cs typeface="Arial" panose="020B0604020202020204" pitchFamily="34" charset="0"/>
            </a:rPr>
            <a:t>init / update</a:t>
          </a:r>
          <a:br>
            <a:rPr lang="en-US" sz="1600" b="1" kern="1200">
              <a:latin typeface="Arial" panose="020B0604020202020204" pitchFamily="34" charset="0"/>
              <a:cs typeface="Arial" panose="020B0604020202020204" pitchFamily="34" charset="0"/>
            </a:rPr>
          </a:br>
          <a:endParaRPr lang="en-US" sz="16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37667" y="238238"/>
        <a:ext cx="1002751" cy="759930"/>
      </dsp:txXfrm>
    </dsp:sp>
    <dsp:sp modelId="{52AB2FED-5168-4473-B216-926228B3C366}">
      <dsp:nvSpPr>
        <dsp:cNvPr id="0" name=""/>
        <dsp:cNvSpPr/>
      </dsp:nvSpPr>
      <dsp:spPr>
        <a:xfrm>
          <a:off x="5569064" y="487999"/>
          <a:ext cx="222607" cy="2604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69064" y="540081"/>
        <a:ext cx="155825" cy="156244"/>
      </dsp:txXfrm>
    </dsp:sp>
    <dsp:sp modelId="{9E9D8586-6B0E-448D-B13A-056EDA35FC19}">
      <dsp:nvSpPr>
        <dsp:cNvPr id="0" name=""/>
        <dsp:cNvSpPr/>
      </dsp:nvSpPr>
      <dsp:spPr>
        <a:xfrm>
          <a:off x="5884075" y="214596"/>
          <a:ext cx="1050035" cy="807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Arial" panose="020B0604020202020204" pitchFamily="34" charset="0"/>
              <a:cs typeface="Arial" panose="020B0604020202020204" pitchFamily="34" charset="0"/>
            </a:rPr>
            <a:t>.po</a:t>
          </a:r>
          <a:endParaRPr lang="en-US" sz="16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07717" y="238238"/>
        <a:ext cx="1002751" cy="759930"/>
      </dsp:txXfrm>
    </dsp:sp>
    <dsp:sp modelId="{56814000-DC1F-4FF8-8716-28F6D8669BF9}">
      <dsp:nvSpPr>
        <dsp:cNvPr id="0" name=""/>
        <dsp:cNvSpPr/>
      </dsp:nvSpPr>
      <dsp:spPr>
        <a:xfrm>
          <a:off x="7039113" y="487999"/>
          <a:ext cx="222607" cy="2604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39113" y="540081"/>
        <a:ext cx="155825" cy="156244"/>
      </dsp:txXfrm>
    </dsp:sp>
    <dsp:sp modelId="{A1E68EFA-C5E2-4866-96BA-0E7B42EA7909}">
      <dsp:nvSpPr>
        <dsp:cNvPr id="0" name=""/>
        <dsp:cNvSpPr/>
      </dsp:nvSpPr>
      <dsp:spPr>
        <a:xfrm>
          <a:off x="7354124" y="214596"/>
          <a:ext cx="1050035" cy="807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Arial" panose="020B0604020202020204" pitchFamily="34" charset="0"/>
              <a:cs typeface="Arial" panose="020B0604020202020204" pitchFamily="34" charset="0"/>
            </a:rPr>
            <a:t>translate</a:t>
          </a:r>
          <a:endParaRPr lang="en-US" sz="16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377766" y="238238"/>
        <a:ext cx="1002751" cy="759930"/>
      </dsp:txXfrm>
    </dsp:sp>
    <dsp:sp modelId="{DBDDB6A1-774B-4FCF-B1B5-956A63B744B5}">
      <dsp:nvSpPr>
        <dsp:cNvPr id="0" name=""/>
        <dsp:cNvSpPr/>
      </dsp:nvSpPr>
      <dsp:spPr>
        <a:xfrm>
          <a:off x="8509162" y="487999"/>
          <a:ext cx="222607" cy="2604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509162" y="540081"/>
        <a:ext cx="155825" cy="156244"/>
      </dsp:txXfrm>
    </dsp:sp>
    <dsp:sp modelId="{930A4C70-3B5F-40FB-890A-A2A5CF1BE6A3}">
      <dsp:nvSpPr>
        <dsp:cNvPr id="0" name=""/>
        <dsp:cNvSpPr/>
      </dsp:nvSpPr>
      <dsp:spPr>
        <a:xfrm>
          <a:off x="8824173" y="214596"/>
          <a:ext cx="1050035" cy="807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Arial" panose="020B0604020202020204" pitchFamily="34" charset="0"/>
              <a:cs typeface="Arial" panose="020B0604020202020204" pitchFamily="34" charset="0"/>
            </a:rPr>
            <a:t>compile</a:t>
          </a:r>
          <a:endParaRPr lang="en-US" sz="16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847815" y="238238"/>
        <a:ext cx="1002751" cy="759930"/>
      </dsp:txXfrm>
    </dsp:sp>
    <dsp:sp modelId="{444BE756-CBEA-47F4-9085-D604ABA7E445}">
      <dsp:nvSpPr>
        <dsp:cNvPr id="0" name=""/>
        <dsp:cNvSpPr/>
      </dsp:nvSpPr>
      <dsp:spPr>
        <a:xfrm>
          <a:off x="9979211" y="487999"/>
          <a:ext cx="222607" cy="2604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979211" y="540081"/>
        <a:ext cx="155825" cy="156244"/>
      </dsp:txXfrm>
    </dsp:sp>
    <dsp:sp modelId="{2E33CC64-12C4-4C01-AEB4-629651F551DC}">
      <dsp:nvSpPr>
        <dsp:cNvPr id="0" name=""/>
        <dsp:cNvSpPr/>
      </dsp:nvSpPr>
      <dsp:spPr>
        <a:xfrm>
          <a:off x="10294222" y="214596"/>
          <a:ext cx="1050035" cy="8072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>
              <a:latin typeface="Arial" panose="020B0604020202020204" pitchFamily="34" charset="0"/>
              <a:cs typeface="Arial" panose="020B0604020202020204" pitchFamily="34" charset="0"/>
            </a:rPr>
            <a:t>.mo</a:t>
          </a:r>
          <a:endParaRPr lang="en-US" sz="16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317864" y="238238"/>
        <a:ext cx="1002751" cy="759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8:23:35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3185 24575,'1'-3'0,"0"-1"0,0 1 0,0-1 0,0 1 0,0 0 0,1-1 0,0 1 0,-1 0 0,1 0 0,3-4 0,4-8 0,-6 9 0,72-145 0,139-214 0,100-57 0,-18 25 0,-32 42 0,-181 252 0,120-113 0,124-76 0,20 45 0,379-128 0,-403 259 0,-234 92 0,153-13 0,-123 29 0,157-7 0,-197 16 0,116 21 0,-23 16 0,268 108 0,-438-145-114,0 1 1,0-1-1,0 0 0,1-1 0,-1 1 1,0-1-1,1 1 0,-1-1 0,1 0 1,-1 0-1,5-1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8:23:36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24575,'0'0'0,"0"0"0,0 0 0,2 21 0,2-6 0,0 0 0,0-1 0,1 1 0,0-1 0,1 0 0,0-1 0,0 0 0,1 0 0,1-1 0,12 17 0,12 11 0,52 51 0,-41-46 0,68 83 0,-76-83 0,1-2 0,2-3 0,1-1 0,53 37 0,-72-59 0,-16-13 0,-1-1 0,1 1 0,0-1 0,0 0 0,0 0 0,0-1 0,0 0 0,0 0 0,0 0 0,7 1 0,-52 51 0,-269 365 0,304-409 0,-23 29 0,1 2 0,2 2 0,-31 63 0,55-100-60,1 0 0,0 0 0,0 0 0,0-1 0,1 1 0,0 0 0,-1 0 0,1 0 0,2 10 0,-2-13-705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8:23:43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24575,'1'9'0,"0"0"0,0 0 0,0 0 0,0-1 0,1 1 0,0-1 0,0 0 0,0 0 0,0-1 0,1 1 0,-1-1 0,6 10 0,5 21 0,32 104 0,4-5 0,60 134 0,128 212 0,3 8 0,13 22 0,-211-446 0,0-3 0,1-5 0,51 49 0,31 43 0,398 530 0,-455-593 0,1-6 0,3-8 0,0-6 0,118 72 0,-91-83 0,213 103 0,-180-108 0,-25-8 0,191 24 0,303-76 0,-337-30 0,-238 24-1365,-7-3-5461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0T18:23:44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24575,'254'365'0,"-76"-97"0,-175-266 0,-1 0 0,0 1 0,0 0 0,-1 0 0,1 0 0,0 1 0,0 0 0,-1-1 0,1 1 0,-1 0 0,1 1 0,1 7 0,-2-8 0,-1 0 0,0 0 0,0 0 0,0 0 0,0 0 0,0 0 0,0 0 0,0 0 0,-1 0 0,1 0 0,0 0 0,-1 0 0,0 0 0,1 0 0,-1-1 0,0 1 0,0-1 0,-1 4 0,-24 88 0,-3-3 0,-36 91 0,-15 50 0,-73 312-1365,129-471-5461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08:45:45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0 461 24575,'7'7'0,"11"13"0,1-1 0,1-1 0,33 24 0,201 110 0,-213-134 0,1-2 0,0-2 0,1-1 0,49 7 0,-30-7 0,83 19 0,75 18 0,-194-43 0,1-1 0,0-1 0,38 2 0,-50-7 0,-1-1 0,1 0 0,0-1 0,-1 0 0,1-2 0,-1 1 0,25-11 0,-8 0 0,0-1 0,-1-2 0,-1-1 0,-1-1 0,-1-2 0,0 0 0,-1-2 0,-2-1 0,0-1 0,-2-1 0,34-51 0,83-145 0,-134 212 5,0-1 0,0 1 0,-1-1 0,0 0 1,-1 0-1,0-1 0,-1 1 0,0 0 0,0-17 0,-1-11-149,-8-56 0,2 32-984,2 16-5698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08:45:46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1 24575,'-5'9'0,"-15"8"0,-18 11 0,-8-1 0,0 6 0,2-4 0,10-1 0,10-6-8191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08:45:48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24575,'9'5'0,"13"6"0,12 6 0,18 18 0,10 4 0,8 4 0,2-5 0,-12 0 0,-6-6 0,-13-9-8191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08:45:48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E3260-B649-4122-A879-9EDC0B13B20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938A0-AF81-431C-ABB0-46603D0A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28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938A0-AF81-431C-ABB0-46603D0A79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08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42BC7-7827-69F7-B704-80DD48B3A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9864C-18B5-AC24-89ED-30909DDA1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51051-BB83-8752-1E07-B171E65EF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275C6-8CA8-5F14-5359-FC50EAE23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943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D0EC-0AA2-0DFF-D824-6DA83E61F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389F8-0872-09FD-3C83-8118DE6A3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89628-C8DC-320D-5A91-7C2A0A137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930BC-3A47-8CFB-0166-03D9F367B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199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0E3B4-A008-D19F-3EB8-0FAE39470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793F8-4DDC-F6E0-0C37-518E313FB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C2CCF-BD7D-16EA-F152-3E00EB7FC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B3026-2F2E-5B59-A4F1-0B292F3AB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926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D0006-9C3E-2851-F910-8B4187767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B35B2-9C18-0937-7F70-B3265C837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9E06B-2826-3289-AE42-3F64E5E70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3E0B4-1EBE-3D1C-92B3-8FF6EEE39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904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3E51F-23FB-1259-226F-0A212CD16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5EB54-F408-8275-61A1-0DA0E2F85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C5C84-C895-FFC6-063E-91C41C1BF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E367B-39C7-1E48-8FAC-3E3E5F818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070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44F89-0460-0000-D073-E6A8B485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1991C-FC30-2774-8AED-72C50E236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DD430-FC65-49FF-602E-8BB9570D8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E778C-FB65-C254-B36F-F6400BF96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99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33656-EB59-4590-5BF5-8643160C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D9331-D128-10A2-288F-490EEDC88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D0DF7-C5D5-7728-4B04-D096DF424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D5027-8E5E-C190-10B2-971D3C00B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429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D4A8-291A-037A-3CC3-DB138FDAB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08452-0757-3051-D00A-3F4CB47E8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25790-2CAA-68B5-03F5-7D5245005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558F7-97C6-9A60-44CC-54393B658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1465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C9DED-A99A-FDFC-0CD5-630D4AE8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C8AD1-F347-0B84-46FA-86441A2FD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B8474-657E-82A6-BB35-03F657D50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64798-BECA-036B-5386-0252FEA62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207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84F1-03B4-DF3C-14C0-3AA50830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349C8-2427-2741-086C-F75190309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B1859-BE9C-59FA-1435-F07528E5F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83DC8-13EE-FC72-0959-68088ABE5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4323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8BBC2-A948-5DD4-BE22-7B28E0E6D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0733B-6DBA-5CCD-0C3C-FD6F26C76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262DF-7E60-424E-4EBD-A6AFA29D4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6837C-7F31-C7B5-241A-2A3F45F51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0241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4969-6886-415C-BA54-9B03A1C8C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69BF6-6A27-F702-47CF-1DD0D0ACC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61B39-56F6-A8AC-5265-362DEA2EB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68026-7E60-6428-8897-D768BB6C1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3001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82FF8-DBF6-0522-85CE-556B5F37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6782F-3E16-2905-767B-D61B438C2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5621C-0540-1363-D60B-10A23870D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7F11F-596F-5AC2-7D37-7A1F7D1A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5FBC-A81F-58E4-27A3-F24B8D3C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8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3150-5DC5-2450-35CC-447323D1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88372-EF78-CEE9-550F-33DAD9721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77059-25A4-7AAA-ECFF-90A0F154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D06E-B83D-14CC-C1FD-9AD0B538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21EFB-1096-2F35-D3E7-88AE3298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89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D64D-C60C-30BF-3864-08F748431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8BCB5-862D-E67E-1564-0E6C727B9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93E13-5F36-48FA-AFB3-58111D6B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8ABFF-9D13-D8DE-D850-807C7EAA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CA02E-8208-2937-4C74-3BB40CB1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5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5C16-2A99-EAAC-72C7-4A35E753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F1183-6E6C-ED91-80C5-6CF121A20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896D9-66E5-4E59-A804-48DEB22D8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C334-6FF6-F55B-1ABC-A9A04F9D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29B5C-1330-2EDC-F010-E2DB559B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003D4-9638-345A-BA96-46F5755A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00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9B49-4227-F757-FE6D-104C80DA7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A281C-746D-4E5D-10D0-A00C64C3D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4350C-73FC-F2D6-520B-DFD804F5A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B238B-2D69-DA8C-389E-38628D0DA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B810F-B85E-0B0D-C974-E70C00ACF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F819EE-1AB8-392F-7EAD-CDC1E67B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832520-8D4D-44B8-36A0-18FB4EAD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9B3BD7-D510-2492-5529-B7725847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2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5BEF9-D278-4D04-59FB-4D62DEA7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9EC1A-53FE-0A35-9524-86B8E31B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C61C0-1666-5F2E-666A-ADD019AB6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3CF48-5D2E-31ED-7681-99C9D8DD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9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31CBB3-AF76-2691-7974-78CA5B04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231E7-3866-F7EA-4F0F-1CD9A1890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78454-8DC0-F804-1304-0E3CE635B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4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65B91-FD58-8FF0-0B10-69AD668A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6243D-6C1C-3216-7CD0-58A331DA0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CD823-754A-A3D5-6017-8A25F72F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0AB95-7183-1485-5F78-78185ECC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67A4E-BE24-5A34-4E49-9CC98521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D8929-CD0F-6A50-5365-F8922442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0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6BD8-960B-BE56-A936-78946E0B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F5C6AA-D323-D744-C491-7B659532C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AED26-D5BD-11ED-5700-2D26015AF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2E432-EB50-E778-5AFA-A7D3ABE4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25DE3-1644-6B4C-F04D-F1FCEA971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59337-CA1F-F1B3-797E-D10ED23D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6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3ADC-C445-51F8-3A05-D86914ED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0A29A-6923-D224-54C6-ABA02A15C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16C9A-606D-ED55-F300-17971820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FF2BC-4ACC-C67B-A797-197B676E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FE975-388D-20A8-6D7A-626A88464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06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F178AA-516E-BDB2-627B-89FE2150F1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D3BB6-553F-070F-7C8D-D7C92C251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03285-8101-BF53-52CB-5524859AF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A28DA-975C-6D59-D213-C6B34095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D3D9C-9093-8536-4D5F-CA2CF7F8B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70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8D12A4-5869-E617-E29D-B87E8744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E3D66-A66A-8268-6549-5304ADE8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C5F43-CC7A-5295-0C42-D0100827D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4A305-39DE-4FED-AA7E-6D43CB4055A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9D855-D744-04B4-CCE8-3DD69B08B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765C5-948C-CC77-8476-7099C51B4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7.xml"/><Relationship Id="rId7" Type="http://schemas.openxmlformats.org/officeDocument/2006/relationships/customXml" Target="../ink/ink2.xml"/><Relationship Id="rId12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6" Type="http://schemas.openxmlformats.org/officeDocument/2006/relationships/image" Target="../media/image8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8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22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9.png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5" Type="http://schemas.openxmlformats.org/officeDocument/2006/relationships/image" Target="../media/image23.png"/><Relationship Id="rId10" Type="http://schemas.openxmlformats.org/officeDocument/2006/relationships/customXml" Target="../ink/ink6.xml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BB8062-0E69-41FD-39B6-5AC2896496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room for controlling your development</a:t>
            </a:r>
          </a:p>
        </p:txBody>
      </p:sp>
      <p:pic>
        <p:nvPicPr>
          <p:cNvPr id="1030" name="Picture 6" descr="How to Internationalize Your Flask App Like a Pro | by Oksana Tkach | Medium">
            <a:extLst>
              <a:ext uri="{FF2B5EF4-FFF2-40B4-BE49-F238E27FC236}">
                <a16:creationId xmlns:a16="http://schemas.microsoft.com/office/drawing/2014/main" id="{23E1C6DD-FE77-C104-0713-5489B52E9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177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4844A-B1BC-7176-8960-02DB566A7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D59ED2-F19C-B6AF-7A79-92658FF93338}"/>
              </a:ext>
            </a:extLst>
          </p:cNvPr>
          <p:cNvSpPr txBox="1">
            <a:spLocks/>
          </p:cNvSpPr>
          <p:nvPr/>
        </p:nvSpPr>
        <p:spPr>
          <a:xfrm>
            <a:off x="9347" y="352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What is i18n and why it matters: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ACF25B-8C97-F284-DC5D-9CD0CBBF83F6}"/>
              </a:ext>
            </a:extLst>
          </p:cNvPr>
          <p:cNvSpPr/>
          <p:nvPr/>
        </p:nvSpPr>
        <p:spPr>
          <a:xfrm>
            <a:off x="148223" y="1360783"/>
            <a:ext cx="111760" cy="111694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7D7BD4-4B1E-EEE4-91D0-FDD42618E0B8}"/>
              </a:ext>
            </a:extLst>
          </p:cNvPr>
          <p:cNvSpPr/>
          <p:nvPr/>
        </p:nvSpPr>
        <p:spPr>
          <a:xfrm>
            <a:off x="224422" y="1360783"/>
            <a:ext cx="11743155" cy="111694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i18n (internationalization) — the process of engineering your app so it can be adapted for any language or region, without changing its core code. The "18" refers to the 18 letters between the I and N in "internationalization".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9AA7C7-5F6E-7E5A-2F96-EE4E15759891}"/>
              </a:ext>
            </a:extLst>
          </p:cNvPr>
          <p:cNvSpPr/>
          <p:nvPr/>
        </p:nvSpPr>
        <p:spPr>
          <a:xfrm>
            <a:off x="148223" y="2589815"/>
            <a:ext cx="111760" cy="8391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125088-572C-359F-E826-F02542631D8F}"/>
              </a:ext>
            </a:extLst>
          </p:cNvPr>
          <p:cNvSpPr/>
          <p:nvPr/>
        </p:nvSpPr>
        <p:spPr>
          <a:xfrm>
            <a:off x="224422" y="2589815"/>
            <a:ext cx="11743155" cy="8391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L10n (localization) — the act of actually adapting your app for a specific locale: translating strings, formatting dates, switching currency symbols. You can't do L10n without i18n first.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82F637-A785-90B2-5097-D908BA851B6E}"/>
              </a:ext>
            </a:extLst>
          </p:cNvPr>
          <p:cNvSpPr/>
          <p:nvPr/>
        </p:nvSpPr>
        <p:spPr>
          <a:xfrm>
            <a:off x="148223" y="3541087"/>
            <a:ext cx="111760" cy="8391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78D9A7-43D5-5155-E32D-8EDBE66B7B0A}"/>
              </a:ext>
            </a:extLst>
          </p:cNvPr>
          <p:cNvSpPr/>
          <p:nvPr/>
        </p:nvSpPr>
        <p:spPr>
          <a:xfrm>
            <a:off x="224422" y="3541087"/>
            <a:ext cx="11743155" cy="8391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Locale — a string combining a language code (ISO 639) and an optional territory (ISO 3166). Examples: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en_US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fr_FR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ar_EG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de_DE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C11AB8-FEA9-5454-7679-C03CFD3A8268}"/>
              </a:ext>
            </a:extLst>
          </p:cNvPr>
          <p:cNvSpPr/>
          <p:nvPr/>
        </p:nvSpPr>
        <p:spPr>
          <a:xfrm>
            <a:off x="148223" y="4492359"/>
            <a:ext cx="111760" cy="8391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1C3E9D-FB98-3BD3-6B8B-4497E8660531}"/>
              </a:ext>
            </a:extLst>
          </p:cNvPr>
          <p:cNvSpPr/>
          <p:nvPr/>
        </p:nvSpPr>
        <p:spPr>
          <a:xfrm>
            <a:off x="224422" y="4492359"/>
            <a:ext cx="11743155" cy="8391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Imagine you're building an e-commerce platform. You launch in the US, it works great, and you decide to expand to Germany and Saudi Arabia.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669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5BA4A-26D8-EA44-9849-AA89AA5A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03CE5F5-5339-D0AF-A8B1-DB9682B3B945}"/>
              </a:ext>
            </a:extLst>
          </p:cNvPr>
          <p:cNvSpPr txBox="1">
            <a:spLocks/>
          </p:cNvSpPr>
          <p:nvPr/>
        </p:nvSpPr>
        <p:spPr>
          <a:xfrm>
            <a:off x="9347" y="-1515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What actually changes per locale: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085225-190B-D264-3519-C597C5F998CF}"/>
              </a:ext>
            </a:extLst>
          </p:cNvPr>
          <p:cNvSpPr/>
          <p:nvPr/>
        </p:nvSpPr>
        <p:spPr>
          <a:xfrm>
            <a:off x="148223" y="967494"/>
            <a:ext cx="111760" cy="56634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2A25D7-603C-C282-F6DD-F65595C3446D}"/>
              </a:ext>
            </a:extLst>
          </p:cNvPr>
          <p:cNvSpPr/>
          <p:nvPr/>
        </p:nvSpPr>
        <p:spPr>
          <a:xfrm>
            <a:off x="224422" y="967494"/>
            <a:ext cx="11743155" cy="56634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Translation is just the beginning. Here is everything that silently breaks when you ignore locale: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E73ABE-2264-C7C2-CDC5-1BA243AF0D75}"/>
              </a:ext>
            </a:extLst>
          </p:cNvPr>
          <p:cNvSpPr/>
          <p:nvPr/>
        </p:nvSpPr>
        <p:spPr>
          <a:xfrm>
            <a:off x="148223" y="1657224"/>
            <a:ext cx="111760" cy="101715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582865-E6B8-26A5-01FF-141FC5B1AF2A}"/>
              </a:ext>
            </a:extLst>
          </p:cNvPr>
          <p:cNvSpPr/>
          <p:nvPr/>
        </p:nvSpPr>
        <p:spPr>
          <a:xfrm>
            <a:off x="224422" y="1657224"/>
            <a:ext cx="11743155" cy="101715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Dates become ambiguous. 04/05/2026 means April 5th to a US user and 4th of May to a German user. Your order confirmation emails now tell the wrong delivery date — and nobody notices until complaints arrive.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D780E0-ED37-3972-6424-8A6118BB0378}"/>
              </a:ext>
            </a:extLst>
          </p:cNvPr>
          <p:cNvSpPr/>
          <p:nvPr/>
        </p:nvSpPr>
        <p:spPr>
          <a:xfrm>
            <a:off x="148223" y="2797765"/>
            <a:ext cx="111760" cy="101715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901400-2B54-A8C4-B1AB-CB5AC51A5D32}"/>
              </a:ext>
            </a:extLst>
          </p:cNvPr>
          <p:cNvSpPr/>
          <p:nvPr/>
        </p:nvSpPr>
        <p:spPr>
          <a:xfrm>
            <a:off x="224422" y="2797765"/>
            <a:ext cx="11743155" cy="101715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Numbers lose meaning. In the US, 1,000.50 is one thousand and fifty cents. In Germany, that same string means 1.0 — the comma is the decimal separator there. A raw Python float in your template will show garbled prices.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571630-9834-A36E-4018-2C73A8C90A5F}"/>
              </a:ext>
            </a:extLst>
          </p:cNvPr>
          <p:cNvSpPr/>
          <p:nvPr/>
        </p:nvSpPr>
        <p:spPr>
          <a:xfrm>
            <a:off x="148223" y="3938307"/>
            <a:ext cx="111760" cy="84017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D6F593-7337-8F87-D758-40558B480571}"/>
              </a:ext>
            </a:extLst>
          </p:cNvPr>
          <p:cNvSpPr/>
          <p:nvPr/>
        </p:nvSpPr>
        <p:spPr>
          <a:xfrm>
            <a:off x="224422" y="3938307"/>
            <a:ext cx="11743155" cy="84017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Currency placement is wrong. US: $49.99. France: 49,99 € — symbol after the number, comma as decimal. A hardcoded "$" + price breaks both rules simultaneously.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141833-5825-1A6F-DBBD-9FBE578AE05C}"/>
              </a:ext>
            </a:extLst>
          </p:cNvPr>
          <p:cNvSpPr/>
          <p:nvPr/>
        </p:nvSpPr>
        <p:spPr>
          <a:xfrm>
            <a:off x="148223" y="4901870"/>
            <a:ext cx="111760" cy="84017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A5D1FB-6C15-4B12-32AE-ED7C6E2EF2CE}"/>
              </a:ext>
            </a:extLst>
          </p:cNvPr>
          <p:cNvSpPr/>
          <p:nvPr/>
        </p:nvSpPr>
        <p:spPr>
          <a:xfrm>
            <a:off x="224422" y="4901870"/>
            <a:ext cx="11743155" cy="84017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Compliance risk. In some jurisdictions, displaying a price without the correct local currency format or tax inclusion is a legal issue, not just a UX one.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2ABC6-AF60-E0F9-EA9F-9531E0A92E22}"/>
              </a:ext>
            </a:extLst>
          </p:cNvPr>
          <p:cNvSpPr/>
          <p:nvPr/>
        </p:nvSpPr>
        <p:spPr>
          <a:xfrm>
            <a:off x="148223" y="5865432"/>
            <a:ext cx="111760" cy="91882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80F655-AEB0-9BD6-8954-52CED195A820}"/>
              </a:ext>
            </a:extLst>
          </p:cNvPr>
          <p:cNvSpPr/>
          <p:nvPr/>
        </p:nvSpPr>
        <p:spPr>
          <a:xfrm>
            <a:off x="224422" y="5865432"/>
            <a:ext cx="11743155" cy="91882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RTL layout collapses. Arabic and Hebrew read right-to-left. Without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="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rtl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" and RTL-aware CSS, your Saudi users get navigation, buttons, and text blocks all mirrored incorrectly — not just ugly, but unusable.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895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6975C-C877-0966-4695-13790AFB6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409ABC-CC6F-3522-E450-82C9E6A06C83}"/>
              </a:ext>
            </a:extLst>
          </p:cNvPr>
          <p:cNvSpPr txBox="1">
            <a:spLocks/>
          </p:cNvSpPr>
          <p:nvPr/>
        </p:nvSpPr>
        <p:spPr>
          <a:xfrm>
            <a:off x="0" y="-139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Installing and configuring flask-babel: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DEEB1C-30EF-F216-F775-00B05F303B0C}"/>
              </a:ext>
            </a:extLst>
          </p:cNvPr>
          <p:cNvSpPr/>
          <p:nvPr/>
        </p:nvSpPr>
        <p:spPr>
          <a:xfrm>
            <a:off x="118727" y="1311632"/>
            <a:ext cx="111760" cy="56634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878198-3D0D-5944-9A2C-98A9F8B840AE}"/>
              </a:ext>
            </a:extLst>
          </p:cNvPr>
          <p:cNvSpPr/>
          <p:nvPr/>
        </p:nvSpPr>
        <p:spPr>
          <a:xfrm>
            <a:off x="194926" y="1311632"/>
            <a:ext cx="11743155" cy="56634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pip install flask-babel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B41F7-4D83-F4AF-2961-1DEA7EE5FC9C}"/>
              </a:ext>
            </a:extLst>
          </p:cNvPr>
          <p:cNvSpPr/>
          <p:nvPr/>
        </p:nvSpPr>
        <p:spPr>
          <a:xfrm>
            <a:off x="118727" y="2070855"/>
            <a:ext cx="111760" cy="7903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5A8933-F437-CEC0-B889-DB5ED9BCFAD1}"/>
              </a:ext>
            </a:extLst>
          </p:cNvPr>
          <p:cNvSpPr/>
          <p:nvPr/>
        </p:nvSpPr>
        <p:spPr>
          <a:xfrm>
            <a:off x="194926" y="2070855"/>
            <a:ext cx="11743155" cy="7903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more complex applications, you might want to have multiple applications for different users, which is where selector functions come in handy.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2806CF-CCF2-97B9-1834-213D0969D92E}"/>
              </a:ext>
            </a:extLst>
          </p:cNvPr>
          <p:cNvSpPr/>
          <p:nvPr/>
        </p:nvSpPr>
        <p:spPr>
          <a:xfrm>
            <a:off x="118727" y="3054070"/>
            <a:ext cx="111760" cy="94274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3FB2C0-C883-E930-5CF6-3FBD83F070B9}"/>
              </a:ext>
            </a:extLst>
          </p:cNvPr>
          <p:cNvSpPr/>
          <p:nvPr/>
        </p:nvSpPr>
        <p:spPr>
          <a:xfrm>
            <a:off x="194926" y="3054070"/>
            <a:ext cx="11743155" cy="94274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first time the babel extension needs the locale (locale code/ID) of the current user, it will call a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localeselector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() function, and the first time the time zone is needed, it will call a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timezoneselector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() function.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6967E6-9D06-2217-54FC-7B5F32213E2D}"/>
              </a:ext>
            </a:extLst>
          </p:cNvPr>
          <p:cNvSpPr/>
          <p:nvPr/>
        </p:nvSpPr>
        <p:spPr>
          <a:xfrm>
            <a:off x="118727" y="4189697"/>
            <a:ext cx="111760" cy="73626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55ADEA-087E-CD90-B7CE-5D80AA9C88F3}"/>
              </a:ext>
            </a:extLst>
          </p:cNvPr>
          <p:cNvSpPr/>
          <p:nvPr/>
        </p:nvSpPr>
        <p:spPr>
          <a:xfrm>
            <a:off x="194926" y="4189697"/>
            <a:ext cx="11743155" cy="73626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If any of these methods return None, the extension will automatically fall back to what’s in the config.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098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0E527-49DB-7093-C469-6BBFBF537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2421711-0F3F-1A5C-86CB-8CEE73781DD9}"/>
              </a:ext>
            </a:extLst>
          </p:cNvPr>
          <p:cNvSpPr txBox="1">
            <a:spLocks/>
          </p:cNvSpPr>
          <p:nvPr/>
        </p:nvSpPr>
        <p:spPr>
          <a:xfrm>
            <a:off x="9347" y="-1319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Installing and configuring flask-babel: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B35129-F844-CD96-0D3D-371646A8C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27" y="1064753"/>
            <a:ext cx="4758073" cy="45079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11AD7C-609E-6F3A-13E2-440CE13CC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180" y="1022555"/>
            <a:ext cx="6951902" cy="56535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190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FE25-F4A5-FCC6-F618-E40473D22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8E20B9D-600C-E67B-8E1A-520996E0E192}"/>
              </a:ext>
            </a:extLst>
          </p:cNvPr>
          <p:cNvSpPr txBox="1">
            <a:spLocks/>
          </p:cNvSpPr>
          <p:nvPr/>
        </p:nvSpPr>
        <p:spPr>
          <a:xfrm>
            <a:off x="9347" y="-1319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Marking Strings for translating: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4EA46CF-699D-8892-547F-B7780A6A5648}"/>
              </a:ext>
            </a:extLst>
          </p:cNvPr>
          <p:cNvGrpSpPr/>
          <p:nvPr/>
        </p:nvGrpSpPr>
        <p:grpSpPr>
          <a:xfrm>
            <a:off x="146998" y="1003951"/>
            <a:ext cx="7984279" cy="3518888"/>
            <a:chOff x="9347" y="954790"/>
            <a:chExt cx="9304826" cy="345216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D4478B5-7E5B-0C21-7665-5A4F4B50F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47" y="1389168"/>
              <a:ext cx="9304826" cy="301778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F98002D-ACC8-47AD-3065-E4CDD84E7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47" y="954790"/>
              <a:ext cx="5241079" cy="434378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AF1A4A1-4B22-AE6A-9A50-5644D72C9AA8}"/>
              </a:ext>
            </a:extLst>
          </p:cNvPr>
          <p:cNvSpPr/>
          <p:nvPr/>
        </p:nvSpPr>
        <p:spPr>
          <a:xfrm>
            <a:off x="8278275" y="1584215"/>
            <a:ext cx="3913725" cy="28011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gettext runs immediately. If you call it at module load time (e.g., inside a class body for a form field label), there is no active request yet and no locale is set — it will always return the default language. lazy_gettext defers the translation until the string is actually rendered, when a request context exists: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78A115-FA39-1E7B-86BA-E275C1AE7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98" y="4621160"/>
            <a:ext cx="9999892" cy="21630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813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7701-350A-489F-B4F4-C37B07659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EC4C1D5-1B33-BC58-9F46-41DDB5F7D9A7}"/>
              </a:ext>
            </a:extLst>
          </p:cNvPr>
          <p:cNvSpPr txBox="1">
            <a:spLocks/>
          </p:cNvSpPr>
          <p:nvPr/>
        </p:nvSpPr>
        <p:spPr>
          <a:xfrm>
            <a:off x="9346" y="-131923"/>
            <a:ext cx="112092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Marking Strings for translating [JINJA]: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C49697-99BE-0C11-73EE-FED608969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79" y="2005611"/>
            <a:ext cx="6500347" cy="284677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128D8B8-C228-E9A7-E9F1-363F97CDED40}"/>
              </a:ext>
            </a:extLst>
          </p:cNvPr>
          <p:cNvGrpSpPr/>
          <p:nvPr/>
        </p:nvGrpSpPr>
        <p:grpSpPr>
          <a:xfrm>
            <a:off x="1047159" y="1453903"/>
            <a:ext cx="1907280" cy="1325563"/>
            <a:chOff x="1043199" y="2001874"/>
            <a:chExt cx="1907280" cy="96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E19BAFF-89D3-F712-B923-F7D09B6BEDFB}"/>
                    </a:ext>
                  </a:extLst>
                </p14:cNvPr>
                <p14:cNvContentPartPr/>
                <p14:nvPr/>
              </p14:nvContentPartPr>
              <p14:xfrm>
                <a:off x="1043199" y="2132194"/>
                <a:ext cx="1744920" cy="836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E19BAFF-89D3-F712-B923-F7D09B6BEDF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4559" y="2125890"/>
                  <a:ext cx="1762560" cy="8495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315442F-5B75-EEC0-F7AE-AC8CF705283C}"/>
                    </a:ext>
                  </a:extLst>
                </p14:cNvPr>
                <p14:cNvContentPartPr/>
                <p14:nvPr/>
              </p14:nvContentPartPr>
              <p14:xfrm>
                <a:off x="2713959" y="2001874"/>
                <a:ext cx="236520" cy="411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315442F-5B75-EEC0-F7AE-AC8CF705283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04959" y="1995570"/>
                  <a:ext cx="254160" cy="42471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E55308C-9DD0-08EC-4687-F0D3D7D0C26C}"/>
              </a:ext>
            </a:extLst>
          </p:cNvPr>
          <p:cNvGrpSpPr/>
          <p:nvPr/>
        </p:nvGrpSpPr>
        <p:grpSpPr>
          <a:xfrm>
            <a:off x="2954439" y="3844354"/>
            <a:ext cx="1577520" cy="1956678"/>
            <a:chOff x="2954439" y="3844354"/>
            <a:chExt cx="1577520" cy="87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495E9F-1DCC-2E69-6676-EE9E596ED8DB}"/>
                    </a:ext>
                  </a:extLst>
                </p14:cNvPr>
                <p14:cNvContentPartPr/>
                <p14:nvPr/>
              </p14:nvContentPartPr>
              <p14:xfrm>
                <a:off x="2954439" y="3844354"/>
                <a:ext cx="1502280" cy="666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495E9F-1DCC-2E69-6676-EE9E596ED8D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45799" y="3840342"/>
                  <a:ext cx="1519920" cy="6745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49D6BAD-550D-64D0-BD42-61B564A1FA45}"/>
                    </a:ext>
                  </a:extLst>
                </p14:cNvPr>
                <p14:cNvContentPartPr/>
                <p14:nvPr/>
              </p14:nvContentPartPr>
              <p14:xfrm>
                <a:off x="4366719" y="4397674"/>
                <a:ext cx="165240" cy="318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49D6BAD-550D-64D0-BD42-61B564A1FA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57719" y="4393661"/>
                  <a:ext cx="182880" cy="32646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B8723DA-1535-2A00-ACB3-6FECDFFB91D4}"/>
              </a:ext>
            </a:extLst>
          </p:cNvPr>
          <p:cNvSpPr txBox="1"/>
          <p:nvPr/>
        </p:nvSpPr>
        <p:spPr>
          <a:xfrm>
            <a:off x="3303839" y="1223165"/>
            <a:ext cx="734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Flask-Babel injects _() into the Jinja2 global namespace automatically — no import needed in templates: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01280-1D86-0D55-3EB3-0939614B4484}"/>
              </a:ext>
            </a:extLst>
          </p:cNvPr>
          <p:cNvSpPr txBox="1"/>
          <p:nvPr/>
        </p:nvSpPr>
        <p:spPr>
          <a:xfrm>
            <a:off x="4718772" y="5080931"/>
            <a:ext cx="734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{% trans %} block tag is useful for longer strings that contain HTML — it avoids awkward _() calls with embedded markup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433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42024-8BA6-1501-F1DF-EEC05F64F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82B18E0-7A7B-C451-7C3E-6ED04EC72808}"/>
              </a:ext>
            </a:extLst>
          </p:cNvPr>
          <p:cNvSpPr txBox="1">
            <a:spLocks/>
          </p:cNvSpPr>
          <p:nvPr/>
        </p:nvSpPr>
        <p:spPr>
          <a:xfrm>
            <a:off x="9346" y="-310825"/>
            <a:ext cx="112092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translation workflow (</a:t>
            </a: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pybabel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13F5B3-C033-19D6-8CC6-4F2275585A2F}"/>
              </a:ext>
            </a:extLst>
          </p:cNvPr>
          <p:cNvSpPr/>
          <p:nvPr/>
        </p:nvSpPr>
        <p:spPr>
          <a:xfrm>
            <a:off x="148223" y="749265"/>
            <a:ext cx="111760" cy="8391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C18D76-2E36-F5E7-31D1-043429286C5A}"/>
              </a:ext>
            </a:extLst>
          </p:cNvPr>
          <p:cNvSpPr/>
          <p:nvPr/>
        </p:nvSpPr>
        <p:spPr>
          <a:xfrm>
            <a:off x="224422" y="749265"/>
            <a:ext cx="11743155" cy="8391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Every step produces a file that feeds into the next. The most common confusion is running the wrong command when adding new strings 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C329B68-37FB-BEE0-3586-9F587437FA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8831017"/>
              </p:ext>
            </p:extLst>
          </p:nvPr>
        </p:nvGraphicFramePr>
        <p:xfrm>
          <a:off x="224422" y="1459883"/>
          <a:ext cx="11348136" cy="1236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14E224A-9258-5042-EC06-F2897A3D1C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2818" y="2648539"/>
            <a:ext cx="5854147" cy="40802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E9F835-2500-C1FD-A7A7-1FB820FB6808}"/>
              </a:ext>
            </a:extLst>
          </p:cNvPr>
          <p:cNvSpPr txBox="1"/>
          <p:nvPr/>
        </p:nvSpPr>
        <p:spPr>
          <a:xfrm>
            <a:off x="5818439" y="3719194"/>
            <a:ext cx="2739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STRUCTURE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044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39FC7-3C89-E9A8-C30F-BFBC89A5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BDAD369-1363-D338-AED5-EEE20B2436B0}"/>
              </a:ext>
            </a:extLst>
          </p:cNvPr>
          <p:cNvSpPr txBox="1">
            <a:spLocks/>
          </p:cNvSpPr>
          <p:nvPr/>
        </p:nvSpPr>
        <p:spPr>
          <a:xfrm>
            <a:off x="9346" y="-320764"/>
            <a:ext cx="112092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translation workflow (</a:t>
            </a: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pybabel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):s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209AE3-A138-A24F-457A-65389F635D20}"/>
              </a:ext>
            </a:extLst>
          </p:cNvPr>
          <p:cNvSpPr/>
          <p:nvPr/>
        </p:nvSpPr>
        <p:spPr>
          <a:xfrm>
            <a:off x="148223" y="676812"/>
            <a:ext cx="111760" cy="10741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5B4909-8322-2A9E-49AD-2162808D47C4}"/>
              </a:ext>
            </a:extLst>
          </p:cNvPr>
          <p:cNvSpPr/>
          <p:nvPr/>
        </p:nvSpPr>
        <p:spPr>
          <a:xfrm>
            <a:off x="224422" y="676812"/>
            <a:ext cx="11743155" cy="10741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babel.cfg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— tell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pybabel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where to look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Create this file at your project root. It maps file patterns to parsers so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pybabel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knows how to extract strings from Python files vs Jinja2 templates: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82D739-84EA-FE56-D5B0-5113789A7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84" y="1833708"/>
            <a:ext cx="7304629" cy="7742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0822A30-8C75-7BA5-D6F9-5DE5A2EB79F5}"/>
              </a:ext>
            </a:extLst>
          </p:cNvPr>
          <p:cNvSpPr/>
          <p:nvPr/>
        </p:nvSpPr>
        <p:spPr>
          <a:xfrm>
            <a:off x="138284" y="2657894"/>
            <a:ext cx="111760" cy="8391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EDEF2A-2D74-BAFC-B6CD-D3A173B41FAD}"/>
              </a:ext>
            </a:extLst>
          </p:cNvPr>
          <p:cNvSpPr/>
          <p:nvPr/>
        </p:nvSpPr>
        <p:spPr>
          <a:xfrm>
            <a:off x="214483" y="2657894"/>
            <a:ext cx="11743155" cy="8391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 Extract — scan source files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Reads all files matching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babel.cfg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finds every _() and _l() call, and writes them to a .pot file (a template — no translations yet, just a list of all translatable strings):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DFDAF65-30DF-2285-4986-5FF9ADB1A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83" y="3594417"/>
            <a:ext cx="6695029" cy="57444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AAF3CAE-4F3E-387B-33FC-4AF68B0CF816}"/>
              </a:ext>
            </a:extLst>
          </p:cNvPr>
          <p:cNvSpPr/>
          <p:nvPr/>
        </p:nvSpPr>
        <p:spPr>
          <a:xfrm>
            <a:off x="138284" y="4266201"/>
            <a:ext cx="111760" cy="10741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596F4D-7280-9959-B4CA-D9F463E8151B}"/>
              </a:ext>
            </a:extLst>
          </p:cNvPr>
          <p:cNvSpPr/>
          <p:nvPr/>
        </p:nvSpPr>
        <p:spPr>
          <a:xfrm>
            <a:off x="214483" y="4266201"/>
            <a:ext cx="11743155" cy="10741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3. Init — create a new language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Run this once per language. It creates the directory structure and a .po file populated with all the strings from .pot. The .po file is what translators edit: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3840D3-072A-9E8B-6ED3-01FB561EA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282" y="5413540"/>
            <a:ext cx="11819355" cy="14016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660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6DC2B-BC1D-E3B5-14D8-E999C972E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93F90AA-50C9-C41B-EA19-8EA8E391854B}"/>
              </a:ext>
            </a:extLst>
          </p:cNvPr>
          <p:cNvSpPr txBox="1">
            <a:spLocks/>
          </p:cNvSpPr>
          <p:nvPr/>
        </p:nvSpPr>
        <p:spPr>
          <a:xfrm>
            <a:off x="9346" y="-340642"/>
            <a:ext cx="112092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translation workflow (</a:t>
            </a: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pybabel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9566D0-3CC2-4A44-F7B2-9658AFFB91F4}"/>
              </a:ext>
            </a:extLst>
          </p:cNvPr>
          <p:cNvSpPr/>
          <p:nvPr/>
        </p:nvSpPr>
        <p:spPr>
          <a:xfrm>
            <a:off x="148223" y="649746"/>
            <a:ext cx="111760" cy="10741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8713B6-B414-17E3-7FE7-82FBCD9A0F2F}"/>
              </a:ext>
            </a:extLst>
          </p:cNvPr>
          <p:cNvSpPr/>
          <p:nvPr/>
        </p:nvSpPr>
        <p:spPr>
          <a:xfrm>
            <a:off x="224422" y="649746"/>
            <a:ext cx="11743155" cy="10741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 Translate — edit the .po file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Open app/translations/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/LC_MESSAGES/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messages.po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Each entry has a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msgid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(the original string) and an empty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msgstr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to fill in: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3A8550-C471-AD5F-9618-BE6A40A0B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21" y="1767268"/>
            <a:ext cx="5029775" cy="16617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EEE469-DFEC-2DD0-CA5C-096EE1CEC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676" y="1767268"/>
            <a:ext cx="5029775" cy="16617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EE2719-315A-D3F6-5FB8-FC24892DE194}"/>
              </a:ext>
            </a:extLst>
          </p:cNvPr>
          <p:cNvSpPr/>
          <p:nvPr/>
        </p:nvSpPr>
        <p:spPr>
          <a:xfrm>
            <a:off x="148223" y="3459532"/>
            <a:ext cx="111760" cy="10741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FDFC89-7837-0690-D5A7-DBC5322D901F}"/>
              </a:ext>
            </a:extLst>
          </p:cNvPr>
          <p:cNvSpPr/>
          <p:nvPr/>
        </p:nvSpPr>
        <p:spPr>
          <a:xfrm>
            <a:off x="224422" y="3459532"/>
            <a:ext cx="11743155" cy="107417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5. Compile — generate the binary .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Flask-Babel does not read .po files at runtime — it reads compiled .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(machine object) files. You must recompile after every edit to the .po file: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718599-9E54-715E-8829-4684841A6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221" y="4627527"/>
            <a:ext cx="8626588" cy="10741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D0C818-9E7E-BACA-FE66-0D709E9AB7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220" y="5795521"/>
            <a:ext cx="8626588" cy="9887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7F7702-483B-94B7-D22E-42FFE6557A4D}"/>
              </a:ext>
            </a:extLst>
          </p:cNvPr>
          <p:cNvSpPr txBox="1"/>
          <p:nvPr/>
        </p:nvSpPr>
        <p:spPr>
          <a:xfrm>
            <a:off x="8927691" y="5378533"/>
            <a:ext cx="3264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this when you update the translation files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D06DD66-1714-FDAC-95A5-40D90A59BEA8}"/>
              </a:ext>
            </a:extLst>
          </p:cNvPr>
          <p:cNvGrpSpPr/>
          <p:nvPr/>
        </p:nvGrpSpPr>
        <p:grpSpPr>
          <a:xfrm>
            <a:off x="8799883" y="6105492"/>
            <a:ext cx="847440" cy="393840"/>
            <a:chOff x="8799883" y="6105492"/>
            <a:chExt cx="84744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0EA54A3-6880-5956-B24E-2F2E558EC49D}"/>
                    </a:ext>
                  </a:extLst>
                </p14:cNvPr>
                <p14:cNvContentPartPr/>
                <p14:nvPr/>
              </p14:nvContentPartPr>
              <p14:xfrm>
                <a:off x="8799883" y="6126372"/>
                <a:ext cx="675000" cy="331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0EA54A3-6880-5956-B24E-2F2E558EC4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90883" y="6117732"/>
                  <a:ext cx="6926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9088E9C-16FA-A04E-2783-894FFF301687}"/>
                    </a:ext>
                  </a:extLst>
                </p14:cNvPr>
                <p14:cNvContentPartPr/>
                <p14:nvPr/>
              </p14:nvContentPartPr>
              <p14:xfrm>
                <a:off x="9346363" y="6105492"/>
                <a:ext cx="92880" cy="69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9088E9C-16FA-A04E-2783-894FFF30168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37723" y="6096852"/>
                  <a:ext cx="110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9968B7F-E7A3-8DC7-FADC-4F0D74BE1B52}"/>
                    </a:ext>
                  </a:extLst>
                </p14:cNvPr>
                <p14:cNvContentPartPr/>
                <p14:nvPr/>
              </p14:nvContentPartPr>
              <p14:xfrm>
                <a:off x="9468043" y="6115212"/>
                <a:ext cx="171720" cy="101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9968B7F-E7A3-8DC7-FADC-4F0D74BE1B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59403" y="6106572"/>
                  <a:ext cx="1893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B7E815-886D-7C84-91D1-0258BFD322EE}"/>
                    </a:ext>
                  </a:extLst>
                </p14:cNvPr>
                <p14:cNvContentPartPr/>
                <p14:nvPr/>
              </p14:nvContentPartPr>
              <p14:xfrm>
                <a:off x="9645163" y="6498972"/>
                <a:ext cx="21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B7E815-886D-7C84-91D1-0258BFD322E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36523" y="6490332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59655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FC04-0338-C6F1-7928-FFC3ACF9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1C70118-0119-D539-C3DE-138A4A21F52D}"/>
              </a:ext>
            </a:extLst>
          </p:cNvPr>
          <p:cNvSpPr txBox="1">
            <a:spLocks/>
          </p:cNvSpPr>
          <p:nvPr/>
        </p:nvSpPr>
        <p:spPr>
          <a:xfrm>
            <a:off x="9346" y="-131923"/>
            <a:ext cx="112092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Dates, Numbers, and Currencies: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47E2F9-372B-F99C-3DD2-EE2E64BF0A1A}"/>
              </a:ext>
            </a:extLst>
          </p:cNvPr>
          <p:cNvSpPr/>
          <p:nvPr/>
        </p:nvSpPr>
        <p:spPr>
          <a:xfrm>
            <a:off x="148223" y="1098760"/>
            <a:ext cx="111760" cy="91685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C1E72E-E611-D4A7-AADE-B1C2588C1B2D}"/>
              </a:ext>
            </a:extLst>
          </p:cNvPr>
          <p:cNvSpPr/>
          <p:nvPr/>
        </p:nvSpPr>
        <p:spPr>
          <a:xfrm>
            <a:off x="224422" y="1098760"/>
            <a:ext cx="11743155" cy="91685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Flask-Babel's formatting functions solve all of this by reading the active locale and applying the correct convention automatically — no translation file needed.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A40C9-1777-574E-9BB2-0ECDAF471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23" y="2156491"/>
            <a:ext cx="5765560" cy="40455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DDD94A-591F-C148-042B-E71D4ACBD9B8}"/>
              </a:ext>
            </a:extLst>
          </p:cNvPr>
          <p:cNvSpPr txBox="1"/>
          <p:nvPr/>
        </p:nvSpPr>
        <p:spPr>
          <a:xfrm>
            <a:off x="2311582" y="3105834"/>
            <a:ext cx="369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you change the locale, the formatting changes directly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54FD98-EAA1-48E0-AA1E-4D31231C5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156491"/>
            <a:ext cx="5947778" cy="40455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927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BA667-D073-1360-1F3F-CF71B54E1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52DF634-22CD-79EE-C021-19ED2C692E2F}"/>
              </a:ext>
            </a:extLst>
          </p:cNvPr>
          <p:cNvSpPr txBox="1">
            <a:spLocks/>
          </p:cNvSpPr>
          <p:nvPr/>
        </p:nvSpPr>
        <p:spPr>
          <a:xfrm>
            <a:off x="9346" y="-131923"/>
            <a:ext cx="112092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Dates, Numbers, and Currencies: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5A1338-9E31-2CC8-FDDC-A89ADC262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05" y="991241"/>
            <a:ext cx="10392214" cy="5586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32702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7460"/>
    </mc:Choice>
    <mc:Fallback>
      <p:transition spd="slow" advTm="20746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E7A16-9926-2D90-0EC0-9CBE5353C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A516BC-D15D-42FA-A264-16C625716617}"/>
              </a:ext>
            </a:extLst>
          </p:cNvPr>
          <p:cNvSpPr txBox="1">
            <a:spLocks/>
          </p:cNvSpPr>
          <p:nvPr/>
        </p:nvSpPr>
        <p:spPr>
          <a:xfrm>
            <a:off x="9346" y="-131923"/>
            <a:ext cx="112092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166FAA-2060-4562-80F3-7D436D2E2C85}"/>
              </a:ext>
            </a:extLst>
          </p:cNvPr>
          <p:cNvSpPr txBox="1"/>
          <p:nvPr/>
        </p:nvSpPr>
        <p:spPr>
          <a:xfrm>
            <a:off x="95864" y="1511398"/>
            <a:ext cx="91366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u="sng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https://python-babel.github.io/flask-babel/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02C94-3E15-584C-E15A-25DF9DED7107}"/>
              </a:ext>
            </a:extLst>
          </p:cNvPr>
          <p:cNvSpPr txBox="1"/>
          <p:nvPr/>
        </p:nvSpPr>
        <p:spPr>
          <a:xfrm>
            <a:off x="95864" y="2553617"/>
            <a:ext cx="91366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u="sng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https://www.youtube.com/watch?v=8Drid-ReNeg&amp;t=168s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0CACB-3001-9800-9403-8110BE9CDEC4}"/>
              </a:ext>
            </a:extLst>
          </p:cNvPr>
          <p:cNvSpPr txBox="1"/>
          <p:nvPr/>
        </p:nvSpPr>
        <p:spPr>
          <a:xfrm>
            <a:off x="95864" y="3595836"/>
            <a:ext cx="119879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Record: </a:t>
            </a:r>
            <a:r>
              <a:rPr lang="en-US" sz="2000" b="1" i="1" u="sng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https://drive.google.com/file/d/1wZupgifRIk-i-SeBLWk3mf6b4Q6JevHk/view?usp=sharing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728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7460"/>
    </mc:Choice>
    <mc:Fallback>
      <p:transition spd="slow" advTm="20746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989</Words>
  <Application>Microsoft Office PowerPoint</Application>
  <PresentationFormat>Widescreen</PresentationFormat>
  <Paragraphs>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</dc:title>
  <dc:creator>Al-Hassan Abdelhalim</dc:creator>
  <cp:lastModifiedBy>alHasan 20367648</cp:lastModifiedBy>
  <cp:revision>253</cp:revision>
  <dcterms:created xsi:type="dcterms:W3CDTF">2025-09-26T18:08:18Z</dcterms:created>
  <dcterms:modified xsi:type="dcterms:W3CDTF">2026-04-11T10:27:02Z</dcterms:modified>
</cp:coreProperties>
</file>